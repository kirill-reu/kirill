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7" r:id="rId1"/>
    <p:sldMasterId id="2147483688" r:id="rId2"/>
  </p:sldMasterIdLst>
  <p:notesMasterIdLst>
    <p:notesMasterId r:id="rId57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58"/>
      <p:bold r:id="rId59"/>
      <p:italic r:id="rId60"/>
      <p:boldItalic r:id="rId61"/>
    </p:embeddedFont>
    <p:embeddedFont>
      <p:font typeface="Play" panose="020B0604020202020204" charset="0"/>
      <p:regular r:id="rId62"/>
      <p:bold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57" Type="http://schemas.openxmlformats.org/officeDocument/2006/relationships/notesMaster" Target="notesMasters/notesMaster1.xml"/><Relationship Id="rId58" Type="http://schemas.openxmlformats.org/officeDocument/2006/relationships/font" Target="fonts/font1.fntdata"/><Relationship Id="rId59" Type="http://schemas.openxmlformats.org/officeDocument/2006/relationships/font" Target="fonts/font2.fntdata"/><Relationship Id="rId60" Type="http://schemas.openxmlformats.org/officeDocument/2006/relationships/font" Target="fonts/font3.fntdata"/><Relationship Id="rId61" Type="http://schemas.openxmlformats.org/officeDocument/2006/relationships/font" Target="fonts/font4.fntdata"/><Relationship Id="rId62" Type="http://schemas.openxmlformats.org/officeDocument/2006/relationships/font" Target="fonts/font5.fntdata"/><Relationship Id="rId63" Type="http://schemas.openxmlformats.org/officeDocument/2006/relationships/font" Target="fonts/font6.fntdata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Значение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Значение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Sheet1!$A$2:$A$3</c:f>
              <c:strCache>
                <c:ptCount val="2"/>
                <c:pt idx="0">
                  <c:v>. · Счастье. Сезон</c:v>
                </c:pt>
                <c:pt idx="1">
                  <c:v>Счастье. Сезон 1. Серия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1.0</c:v>
                </c:pt>
                <c:pt idx="1">
                  <c:v>8.0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Значение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Значение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Sheet1!$A$2:$A$3</c:f>
              <c:strCache>
                <c:ptCount val="2"/>
                <c:pt idx="0">
                  <c:v>Счастье</c:v>
                </c:pt>
                <c:pt idx="1">
                  <c:v>Счастье 1 сезон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1.0</c:v>
                </c:pt>
                <c:pt idx="1">
                  <c:v>8.0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Титульный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Запускаем новую фичу автогенерации презентаций для внутренних команд.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Сервис разбирает шаблон и собирает три варианта колоды на основе брифа.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Новая функциональность (фича): пункт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Новая функциональность (фича): пункт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Новая функциональность (фича): пункт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Новая функциональность (фича): пункт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Новая функциональность (фича): пункт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Новая функциональность (фича): пункт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Закрывающий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">
  <p:cSld name="1_Титульный слайд">
    <p:bg>
      <p:bgPr>
        <a:solidFill>
          <a:schemeClr val="dk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id="14" name="Google Shape;14;p2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2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sz="4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id="19" name="Google Shape;19;p2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0;p2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Титульный слайд">
  <p:cSld name="2_Титульный слайд">
    <p:bg>
      <p:bgPr>
        <a:solidFill>
          <a:schemeClr val="dk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3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7" name="Google Shape;27;p3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28;p3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sz="5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body" idx="1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2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body" idx="3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3" name="Google Shape;33;p3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3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36" name="Google Shape;36;p3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" name="Google Shape;37;p3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Слайд &quot;Спасибо!&quot;">
  <p:cSld name="1_Слайд &quot;Спасибо!&quot;">
    <p:bg>
      <p:bgPr>
        <a:solidFill>
          <a:schemeClr val="dk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4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4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4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4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4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45" name="Google Shape;45;p4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" name="Google Shape;46;p4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>
            <a:spLocks noGrp="1"/>
          </p:cNvSpPr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sz="47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8" name="Google Shape;48;p4"/>
          <p:cNvSpPr txBox="1">
            <a:spLocks noGrp="1"/>
          </p:cNvSpPr>
          <p:nvPr>
            <p:ph type="body" idx="1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4"/>
          <p:cNvSpPr txBox="1">
            <a:spLocks noGrp="1"/>
          </p:cNvSpPr>
          <p:nvPr>
            <p:ph type="body" idx="2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50" name="Google Shape;50;p4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52" name="Google Shape;52;p4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4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Разделитель">
  <p:cSld name="1_Разделитель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8" name="Google Shape;58;p6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6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sz="29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body" idx="1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4" name="Google Shape;64;p6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6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Слайд &quot;Спасибо!&quot;">
  <p:cSld name="4_Слайд &quot;Спасибо!&quot;">
    <p:bg>
      <p:bgPr>
        <a:solidFill>
          <a:schemeClr val="lt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69" name="Google Shape;69;p7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" name="Google Shape;70;p7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>
            <a:spLocks noGrp="1"/>
          </p:cNvSpPr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sz="3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body" idx="1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74" name="Google Shape;74;p7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7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Содержание">
  <p:cSld name="1_Содержание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0" name="Google Shape;80;p8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8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>
            <a:spLocks noGrp="1"/>
          </p:cNvSpPr>
          <p:nvPr>
            <p:ph type="body" idx="1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8"/>
          <p:cNvSpPr txBox="1">
            <a:spLocks noGrp="1"/>
          </p:cNvSpPr>
          <p:nvPr>
            <p:ph type="body" idx="2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8"/>
          <p:cNvSpPr txBox="1">
            <a:spLocks noGrp="1"/>
          </p:cNvSpPr>
          <p:nvPr>
            <p:ph type="body" idx="3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8"/>
          <p:cNvSpPr txBox="1">
            <a:spLocks noGrp="1"/>
          </p:cNvSpPr>
          <p:nvPr>
            <p:ph type="body" idx="4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8"/>
          <p:cNvSpPr txBox="1">
            <a:spLocks noGrp="1"/>
          </p:cNvSpPr>
          <p:nvPr>
            <p:ph type="body" idx="5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8"/>
          <p:cNvSpPr txBox="1">
            <a:spLocks noGrp="1"/>
          </p:cNvSpPr>
          <p:nvPr>
            <p:ph type="body" idx="6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Содержание">
  <p:cSld name="2_Содержание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2" name="Google Shape;92;p9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9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>
            <a:spLocks noGrp="1"/>
          </p:cNvSpPr>
          <p:nvPr>
            <p:ph type="body" idx="1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9"/>
          <p:cNvSpPr txBox="1">
            <a:spLocks noGrp="1"/>
          </p:cNvSpPr>
          <p:nvPr>
            <p:ph type="body" idx="2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body" idx="3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4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body" idx="5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Содержание">
  <p:cSld name="3_Содержание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4" name="Google Shape;104;p10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" name="Google Shape;105;p10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body" idx="2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92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Визитка">
  <p:cSld name="1_Визитка">
    <p:bg>
      <p:bgPr>
        <a:solidFill>
          <a:schemeClr val="lt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3" name="Google Shape;113;p11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" name="Google Shape;114;p11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1"/>
          <p:cNvSpPr txBox="1">
            <a:spLocks noGrp="1"/>
          </p:cNvSpPr>
          <p:nvPr>
            <p:ph type="body" idx="1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Google Shape;117;p11"/>
          <p:cNvSpPr txBox="1">
            <a:spLocks noGrp="1"/>
          </p:cNvSpPr>
          <p:nvPr>
            <p:ph type="body" idx="2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11"/>
          <p:cNvSpPr txBox="1">
            <a:spLocks noGrp="1"/>
          </p:cNvSpPr>
          <p:nvPr>
            <p:ph type="body" idx="3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9" name="Google Shape;119;p11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Визитка">
  <p:cSld name="4_Визитка">
    <p:bg>
      <p:bgPr>
        <a:solidFill>
          <a:schemeClr val="lt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24" name="Google Shape;124;p12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2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2"/>
          <p:cNvSpPr txBox="1">
            <a:spLocks noGrp="1"/>
          </p:cNvSpPr>
          <p:nvPr>
            <p:ph type="body" idx="1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8" name="Google Shape;128;p12"/>
          <p:cNvSpPr txBox="1">
            <a:spLocks noGrp="1"/>
          </p:cNvSpPr>
          <p:nvPr>
            <p:ph type="body" idx="2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9" name="Google Shape;129;p12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Свободный дизайн">
  <p:cSld name="1_Свободный дизайн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4" name="Google Shape;134;p13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13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0" name="Google Shape;140;p13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13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Контент">
  <p:cSld name="1_Контент">
    <p:bg>
      <p:bgPr>
        <a:solidFill>
          <a:schemeClr val="lt1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7" name="Google Shape;147;p14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" name="Google Shape;148;p14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Контент">
  <p:cSld name="3_Контент">
    <p:bg>
      <p:bgPr>
        <a:solidFill>
          <a:schemeClr val="lt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54" name="Google Shape;154;p15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15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Контент">
  <p:cSld name="5_Контент">
    <p:bg>
      <p:bgPr>
        <a:solidFill>
          <a:schemeClr val="lt1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1" name="Google Shape;161;p16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16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Контент">
  <p:cSld name="7_Контент">
    <p:bg>
      <p:bgPr>
        <a:solidFill>
          <a:schemeClr val="lt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8" name="Google Shape;168;p17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17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Контент">
  <p:cSld name="8_Контент">
    <p:bg>
      <p:bgPr>
        <a:solidFill>
          <a:schemeClr val="lt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>
            <a:spLocks noGrp="1"/>
          </p:cNvSpPr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75" name="Google Shape;175;p18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18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Контент">
  <p:cSld name="13_Контент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81" name="Google Shape;181;p19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19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87" name="Google Shape;187;p20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20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Свободный дизайн">
  <p:cSld name="2_Свободный дизайн">
    <p:bg>
      <p:bgPr>
        <a:solidFill>
          <a:schemeClr val="dk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93" name="Google Shape;193;p21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21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>
            <a:spLocks noGrp="1"/>
          </p:cNvSpPr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99" name="Google Shape;199;p21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21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Разделитель">
  <p:cSld name="2_Разделитель">
    <p:bg>
      <p:bgPr>
        <a:solidFill>
          <a:schemeClr val="dk1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04" name="Google Shape;204;p22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22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>
            <a:spLocks noGrp="1"/>
          </p:cNvSpPr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sz="29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7" name="Google Shape;207;p22"/>
          <p:cNvSpPr txBox="1">
            <a:spLocks noGrp="1"/>
          </p:cNvSpPr>
          <p:nvPr>
            <p:ph type="body" idx="1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10" name="Google Shape;210;p22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22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">
  <p:cSld name="1_Титульный слайд">
    <p:bg>
      <p:bgPr>
        <a:solidFill>
          <a:schemeClr val="dk1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3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3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id="216" name="Google Shape;216;p23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23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>
            <a:spLocks noGrp="1"/>
          </p:cNvSpPr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sz="4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9" name="Google Shape;219;p23"/>
          <p:cNvSpPr txBox="1">
            <a:spLocks noGrp="1"/>
          </p:cNvSpPr>
          <p:nvPr>
            <p:ph type="body" idx="1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id="221" name="Google Shape;221;p23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23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Титульный слайд">
  <p:cSld name="2_Титульный слайд">
    <p:bg>
      <p:bgPr>
        <a:solidFill>
          <a:schemeClr val="dk1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4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4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4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4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29" name="Google Shape;229;p24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24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>
            <a:spLocks noGrp="1"/>
          </p:cNvSpPr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sz="5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2" name="Google Shape;232;p24"/>
          <p:cNvSpPr txBox="1">
            <a:spLocks noGrp="1"/>
          </p:cNvSpPr>
          <p:nvPr>
            <p:ph type="body" idx="1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3" name="Google Shape;233;p24"/>
          <p:cNvSpPr txBox="1">
            <a:spLocks noGrp="1"/>
          </p:cNvSpPr>
          <p:nvPr>
            <p:ph type="body" idx="2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4" name="Google Shape;234;p24"/>
          <p:cNvSpPr txBox="1">
            <a:spLocks noGrp="1"/>
          </p:cNvSpPr>
          <p:nvPr>
            <p:ph type="body" idx="3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35" name="Google Shape;235;p24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4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38" name="Google Shape;238;p24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24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Слайд &quot;Спасибо!&quot;">
  <p:cSld name="1_Слайд &quot;Спасибо!&quot;">
    <p:bg>
      <p:bgPr>
        <a:solidFill>
          <a:schemeClr val="dk1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5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5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5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5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5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47" name="Google Shape;247;p25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25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>
            <a:spLocks noGrp="1"/>
          </p:cNvSpPr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sz="47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0" name="Google Shape;250;p25"/>
          <p:cNvSpPr txBox="1">
            <a:spLocks noGrp="1"/>
          </p:cNvSpPr>
          <p:nvPr>
            <p:ph type="body" idx="1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1" name="Google Shape;251;p25"/>
          <p:cNvSpPr txBox="1">
            <a:spLocks noGrp="1"/>
          </p:cNvSpPr>
          <p:nvPr>
            <p:ph type="body" idx="2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52" name="Google Shape;252;p25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54" name="Google Shape;254;p25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25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Слайд &quot;Спасибо!&quot;">
  <p:cSld name="2_Слайд &quot;Спасибо!&quot;">
    <p:bg>
      <p:bgPr>
        <a:solidFill>
          <a:schemeClr val="dk1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6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6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6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6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6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63" name="Google Shape;263;p26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p26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>
            <a:spLocks noGrp="1"/>
          </p:cNvSpPr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sz="47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6" name="Google Shape;266;p26"/>
          <p:cNvSpPr txBox="1">
            <a:spLocks noGrp="1"/>
          </p:cNvSpPr>
          <p:nvPr>
            <p:ph type="body" idx="1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7" name="Google Shape;267;p26"/>
          <p:cNvSpPr txBox="1">
            <a:spLocks noGrp="1"/>
          </p:cNvSpPr>
          <p:nvPr>
            <p:ph type="body" idx="2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68" name="Google Shape;268;p26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70" name="Google Shape;270;p26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" name="Google Shape;271;p26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Слайд &quot;Спасибо!&quot;">
  <p:cSld name="3_Слайд &quot;Спасибо!&quot;">
    <p:bg>
      <p:bgPr>
        <a:solidFill>
          <a:schemeClr val="dk1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75" name="Google Shape;275;p27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6" name="Google Shape;276;p27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>
            <a:spLocks noGrp="1"/>
          </p:cNvSpPr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sz="3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8" name="Google Shape;278;p27"/>
          <p:cNvSpPr txBox="1">
            <a:spLocks noGrp="1"/>
          </p:cNvSpPr>
          <p:nvPr>
            <p:ph type="body" idx="1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80" name="Google Shape;280;p27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1" name="Google Shape;281;p27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Содержание">
  <p:cSld name="5_Содержание">
    <p:bg>
      <p:bgPr>
        <a:solidFill>
          <a:schemeClr val="dk1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86" name="Google Shape;286;p28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7" name="Google Shape;287;p28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>
            <a:spLocks noGrp="1"/>
          </p:cNvSpPr>
          <p:nvPr>
            <p:ph type="body" idx="1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9" name="Google Shape;289;p28"/>
          <p:cNvSpPr txBox="1">
            <a:spLocks noGrp="1"/>
          </p:cNvSpPr>
          <p:nvPr>
            <p:ph type="body" idx="2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0" name="Google Shape;290;p28"/>
          <p:cNvSpPr txBox="1">
            <a:spLocks noGrp="1"/>
          </p:cNvSpPr>
          <p:nvPr>
            <p:ph type="body" idx="3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1" name="Google Shape;291;p28"/>
          <p:cNvSpPr txBox="1">
            <a:spLocks noGrp="1"/>
          </p:cNvSpPr>
          <p:nvPr>
            <p:ph type="body" idx="4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2" name="Google Shape;292;p28"/>
          <p:cNvSpPr txBox="1">
            <a:spLocks noGrp="1"/>
          </p:cNvSpPr>
          <p:nvPr>
            <p:ph type="body" idx="5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3" name="Google Shape;293;p28"/>
          <p:cNvSpPr txBox="1">
            <a:spLocks noGrp="1"/>
          </p:cNvSpPr>
          <p:nvPr>
            <p:ph type="body" idx="6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Содержание">
  <p:cSld name="6_Содержание">
    <p:bg>
      <p:bgPr>
        <a:solidFill>
          <a:schemeClr val="dk1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98" name="Google Shape;298;p29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" name="Google Shape;299;p29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>
            <a:spLocks noGrp="1"/>
          </p:cNvSpPr>
          <p:nvPr>
            <p:ph type="body" idx="1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1" name="Google Shape;301;p29"/>
          <p:cNvSpPr txBox="1">
            <a:spLocks noGrp="1"/>
          </p:cNvSpPr>
          <p:nvPr>
            <p:ph type="body" idx="2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2" name="Google Shape;302;p29"/>
          <p:cNvSpPr txBox="1">
            <a:spLocks noGrp="1"/>
          </p:cNvSpPr>
          <p:nvPr>
            <p:ph type="body" idx="3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3" name="Google Shape;303;p29"/>
          <p:cNvSpPr txBox="1">
            <a:spLocks noGrp="1"/>
          </p:cNvSpPr>
          <p:nvPr>
            <p:ph type="body" idx="4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4" name="Google Shape;304;p29"/>
          <p:cNvSpPr txBox="1">
            <a:spLocks noGrp="1"/>
          </p:cNvSpPr>
          <p:nvPr>
            <p:ph type="body" idx="5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Содержание">
  <p:cSld name="4_Содержание">
    <p:bg>
      <p:bgPr>
        <a:solidFill>
          <a:schemeClr val="dk1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10" name="Google Shape;310;p30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" name="Google Shape;311;p30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30"/>
          <p:cNvSpPr txBox="1">
            <a:spLocks noGrp="1"/>
          </p:cNvSpPr>
          <p:nvPr>
            <p:ph type="body" idx="1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4" name="Google Shape;314;p30"/>
          <p:cNvSpPr txBox="1">
            <a:spLocks noGrp="1"/>
          </p:cNvSpPr>
          <p:nvPr>
            <p:ph type="body" idx="2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92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Визитка">
  <p:cSld name="3_Визитка">
    <p:bg>
      <p:bgPr>
        <a:solidFill>
          <a:schemeClr val="dk1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19" name="Google Shape;319;p31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p31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31"/>
          <p:cNvSpPr txBox="1">
            <a:spLocks noGrp="1"/>
          </p:cNvSpPr>
          <p:nvPr>
            <p:ph type="body" idx="1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3" name="Google Shape;323;p31"/>
          <p:cNvSpPr txBox="1">
            <a:spLocks noGrp="1"/>
          </p:cNvSpPr>
          <p:nvPr>
            <p:ph type="body" idx="2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4" name="Google Shape;324;p31"/>
          <p:cNvSpPr txBox="1">
            <a:spLocks noGrp="1"/>
          </p:cNvSpPr>
          <p:nvPr>
            <p:ph type="body" idx="3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5" name="Google Shape;325;p31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Визитка">
  <p:cSld name="2_Визитка">
    <p:bg>
      <p:bgPr>
        <a:solidFill>
          <a:schemeClr val="dk1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0" name="Google Shape;330;p32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" name="Google Shape;331;p32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32"/>
          <p:cNvSpPr txBox="1">
            <a:spLocks noGrp="1"/>
          </p:cNvSpPr>
          <p:nvPr>
            <p:ph type="body" idx="1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4" name="Google Shape;334;p32"/>
          <p:cNvSpPr txBox="1">
            <a:spLocks noGrp="1"/>
          </p:cNvSpPr>
          <p:nvPr>
            <p:ph type="body" idx="2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5" name="Google Shape;335;p32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Контент">
  <p:cSld name="2_Контент">
    <p:bg>
      <p:bgPr>
        <a:solidFill>
          <a:schemeClr val="dk1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41" name="Google Shape;341;p33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2" name="Google Shape;342;p33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Контент">
  <p:cSld name="4_Контент">
    <p:bg>
      <p:bgPr>
        <a:solidFill>
          <a:schemeClr val="dk1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48" name="Google Shape;348;p34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" name="Google Shape;349;p34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Контент">
  <p:cSld name="6_Контент">
    <p:bg>
      <p:bgPr>
        <a:solidFill>
          <a:schemeClr val="dk1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55" name="Google Shape;355;p35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6" name="Google Shape;356;p35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Контент">
  <p:cSld name="12_Контент">
    <p:bg>
      <p:bgPr>
        <a:solidFill>
          <a:schemeClr val="dk1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62" name="Google Shape;362;p36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" name="Google Shape;363;p36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Контент">
  <p:cSld name="9_Контент">
    <p:bg>
      <p:bgPr>
        <a:solidFill>
          <a:schemeClr val="dk1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>
            <a:spLocks noGrp="1"/>
          </p:cNvSpPr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69" name="Google Shape;369;p37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p37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Контент">
  <p:cSld name="10_Контент">
    <p:bg>
      <p:bgPr>
        <a:solidFill>
          <a:schemeClr val="dk1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75" name="Google Shape;375;p38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6" name="Google Shape;376;p38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Контент">
  <p:cSld name="11_Контент">
    <p:bg>
      <p:bgPr>
        <a:solidFill>
          <a:schemeClr val="lt1"/>
        </a:solidFill>
        <a:effectLst/>
      </p:bgPr>
    </p:bg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82" name="Google Shape;382;p39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3" name="Google Shape;383;p39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Контент">
  <p:cSld name="14_Контент">
    <p:bg>
      <p:bgPr>
        <a:solidFill>
          <a:schemeClr val="dk1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89" name="Google Shape;389;p40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0" name="Google Shape;390;p40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EFAULT">
  <p:cSld name="1_DEFAULT">
    <p:bg>
      <p:bgPr>
        <a:solidFill>
          <a:schemeClr val="dk1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95" name="Google Shape;395;p41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6" name="Google Shape;396;p41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Запускаем новую фичу автогенерации презентаций для внутренних команд.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Новая функциональность (фича)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Проблема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10685" y="2940812"/>
          <a:ext cx="4287837" cy="285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918"/>
                <a:gridCol w="2143919"/>
              </a:tblGrid>
              <a:tr h="40821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Источник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Факт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Яндекс Картинки: поиск по изображению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Поиск одежды и похожих товаров по картинке, распознавание и перевод текста, проверка уника</a:t>
                      </a:r>
                    </a:p>
                  </a:txBody>
                  <a:tcPr/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Приложение VK Видео для компьютера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Это веб-приложение на технологиях Яндекс Браузера. Будут установлены VK Видео и Яндекс Бра</a:t>
                      </a:r>
                    </a:p>
                  </a:txBody>
                  <a:tcPr/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Яндекс Доски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Яндекс Доски Онлайн-доска для совместной работы в режиме реального времени Начать пользова</a:t>
                      </a:r>
                    </a:p>
                  </a:txBody>
                  <a:tcPr/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Яндекс Музыка — собираем музыку для вас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Персональные рекомендации, подборки на любой случай, подкасты обо всём на свете и музыкаль</a:t>
                      </a:r>
                    </a:p>
                  </a:txBody>
                  <a:tcPr/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Куда сходить в Краснодаре – все мероприя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Расписания всех мероприятий в Краснодаре на 2026 год, удобная покупка билетов, понятные сх</a:t>
                      </a:r>
                    </a:p>
                  </a:txBody>
                  <a:tcPr/>
                </a:tc>
              </a:tr>
              <a:tr h="40824">
                <a:tc>
                  <a:txBody>
                    <a:bodyPr/>
                    <a:lstStyle/>
                    <a:p>
                      <a:r>
                        <a:t>Счастье. Сезон 1. Серия 8 — Видео от Тел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 дек. 2022 г. · Счастье. Сезон 1. Серия 8 — Видео от Телеканал «Дорама» - Смотреть онлай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Приложение VK Видео для компьютера: Это веб-приложение на технологиях Яндекс Браузера. Будут установлены VK Видео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t>Сервис разбирает шаблон и собирает три варианта колоды на основе брифа.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Подход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83720" y="3472980"/>
          <a:ext cx="4288279" cy="285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4139"/>
                <a:gridCol w="2144140"/>
              </a:tblGrid>
              <a:tr h="40821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Источник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Факт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Яндекс Картинки: поиск по изображению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Поиск одежды и похожих товаров по картинке, распознавание и перевод текста, проверка уника</a:t>
                      </a:r>
                    </a:p>
                  </a:txBody>
                  <a:tcPr/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Приложение VK Видео для компьютера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Это веб-приложение на технологиях Яндекс Браузера. Будут установлены VK Видео и Яндекс Бра</a:t>
                      </a:r>
                    </a:p>
                  </a:txBody>
                  <a:tcPr/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Яндекс Доски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Яндекс Доски Онлайн-доска для совместной работы в режиме реального времени Начать пользова</a:t>
                      </a:r>
                    </a:p>
                  </a:txBody>
                  <a:tcPr/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Яндекс Музыка — собираем музыку для вас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Персональные рекомендации, подборки на любой случай, подкасты обо всём на свете и музыкаль</a:t>
                      </a:r>
                    </a:p>
                  </a:txBody>
                  <a:tcPr/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Куда сходить в Краснодаре – все мероприя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Расписания всех мероприятий в Краснодаре на 2026 год, удобная покупка билетов, понятные сх</a:t>
                      </a:r>
                    </a:p>
                  </a:txBody>
                  <a:tcPr/>
                </a:tc>
              </a:tr>
              <a:tr h="40824">
                <a:tc>
                  <a:txBody>
                    <a:bodyPr/>
                    <a:lstStyle/>
                    <a:p>
                      <a:r>
                        <a:t>Счастье. Сезон 1. Серия 8 — Видео от Тел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 дек. 2022 г. · Счастье. Сезон 1. Серия 8 — Видео от Телеканал «Дорама» - Смотреть онлай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Как это работает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10685" y="2940812"/>
          <a:ext cx="4287837" cy="285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918"/>
                <a:gridCol w="2143919"/>
              </a:tblGrid>
              <a:tr h="40821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Источник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Факт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Яндекс Картинки: поиск по изображению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Поиск одежды и похожих товаров по картинке, распознавание и перевод текста, проверка уника</a:t>
                      </a:r>
                    </a:p>
                  </a:txBody>
                  <a:tcPr/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Приложение VK Видео для компьютера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Это веб-приложение на технологиях Яндекс Браузера. Будут установлены VK Видео и Яндекс Бра</a:t>
                      </a:r>
                    </a:p>
                  </a:txBody>
                  <a:tcPr/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Яндекс Доски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Яндекс Доски Онлайн-доска для совместной работы в режиме реального времени Начать пользова</a:t>
                      </a:r>
                    </a:p>
                  </a:txBody>
                  <a:tcPr/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Яндекс Музыка — собираем музыку для вас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Персональные рекомендации, подборки на любой случай, подкасты обо всём на свете и музыкаль</a:t>
                      </a:r>
                    </a:p>
                  </a:txBody>
                  <a:tcPr/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Куда сходить в Краснодаре – все мероприя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Расписания всех мероприятий в Краснодаре на 2026 год, удобная покупка билетов, понятные сх</a:t>
                      </a:r>
                    </a:p>
                  </a:txBody>
                  <a:tcPr/>
                </a:tc>
              </a:tr>
              <a:tr h="40824">
                <a:tc>
                  <a:txBody>
                    <a:bodyPr/>
                    <a:lstStyle/>
                    <a:p>
                      <a:r>
                        <a:t>Счастье. Сезон 1. Серия 8 — Видео от Тел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 дек. 2022 г. · Счастье. Сезон 1. Серия 8 — Видео от Телеканал «Дорама» - Смотреть онлай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Данные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10685" y="2940812"/>
          <a:ext cx="4287837" cy="285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918"/>
                <a:gridCol w="2143919"/>
              </a:tblGrid>
              <a:tr h="40821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Источник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Факт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Яндекс Картинки: поиск по изображению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Поиск одежды и похожих товаров по картинке, распознавание и перевод текста, проверка уника</a:t>
                      </a:r>
                    </a:p>
                  </a:txBody>
                  <a:tcPr/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Приложение VK Видео для компьютера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Это веб-приложение на технологиях Яндекс Браузера. Будут установлены VK Видео и Яндекс Бра</a:t>
                      </a:r>
                    </a:p>
                  </a:txBody>
                  <a:tcPr/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Яндекс Доски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Яндекс Доски Онлайн-доска для совместной работы в режиме реального времени Начать пользова</a:t>
                      </a:r>
                    </a:p>
                  </a:txBody>
                  <a:tcPr/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Яндекс Музыка — собираем музыку для вас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Персональные рекомендации, подборки на любой случай, подкасты обо всём на свете и музыкаль</a:t>
                      </a:r>
                    </a:p>
                  </a:txBody>
                  <a:tcPr/>
                </a:tc>
              </a:tr>
              <a:tr h="40821">
                <a:tc>
                  <a:txBody>
                    <a:bodyPr/>
                    <a:lstStyle/>
                    <a:p>
                      <a:r>
                        <a:t>Куда сходить в Краснодаре – все мероприя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Расписания всех мероприятий в Краснодаре на 2026 год, удобная покупка билетов, понятные сх</a:t>
                      </a:r>
                    </a:p>
                  </a:txBody>
                  <a:tcPr/>
                </a:tc>
              </a:tr>
              <a:tr h="40824">
                <a:tc>
                  <a:txBody>
                    <a:bodyPr/>
                    <a:lstStyle/>
                    <a:p>
                      <a:r>
                        <a:t>Счастье. Сезон 1. Серия 8 — Видео от Тел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 дек. 2022 г. · Счастье. Сезон 1. Серия 8 — Видео от Телеканал «Дорама» - Смотреть онлай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/>
            <a:r>
              <a:t>Новая функциональность (фича): пункт 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t>Куда сходить в Краснодаре – все мероприятия и развлечения – …: Расписания всех мероприятий в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Риски и ограничения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Дорожная карта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10685" y="2940812"/>
          <a:ext cx="4287837" cy="2857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Новая функциональность (фича): часть 7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10685" y="2940812"/>
          <a:ext cx="4287837" cy="2857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/>
            <a:r>
              <a:t>Новая функциональность (фича): пункт 8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t>Счастье | 8 серия - YouTube: 20 окт. 2024 г. · Счастье (Happiness) - уже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Новая функциональность (фича): часть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Выводы и следующие шаги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Собрать обратную связь</a:t>
            </a:r>
          </a:p>
          <a:p>
            <a:pPr/>
            <a:r>
              <a:t>Назначить ответственных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/>
            <a:r>
              <a:t>Обсудить план внедрения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1856</Words>
  <Application>Microsoft Office PowerPoint</Application>
  <PresentationFormat>Экран (16:9)</PresentationFormat>
  <Paragraphs>813</Paragraphs>
  <Slides>54</Slides>
  <Notes>54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54</vt:i4>
      </vt:variant>
    </vt:vector>
  </HeadingPairs>
  <TitlesOfParts>
    <vt:vector size="60" baseType="lpstr">
      <vt:lpstr>Consolas</vt:lpstr>
      <vt:lpstr>Calibri</vt:lpstr>
      <vt:lpstr>Arial</vt:lpstr>
      <vt:lpstr>Play</vt:lpstr>
      <vt:lpstr>VK Tech</vt:lpstr>
      <vt:lpstr>VK Tech</vt:lpstr>
      <vt:lpstr>VK Tech</vt:lpstr>
      <vt:lpstr>VK Tech</vt:lpstr>
      <vt:lpstr>Редактируемый слайд-разделитель</vt:lpstr>
      <vt:lpstr>Спасибо за внимание!</vt:lpstr>
      <vt:lpstr>Спасибо за внимание!</vt:lpstr>
      <vt:lpstr>Спасибо за внимание!</vt:lpstr>
      <vt:lpstr>Заголовок</vt:lpstr>
      <vt:lpstr>Заголовок</vt:lpstr>
      <vt:lpstr>Заголовок</vt:lpstr>
      <vt:lpstr>Слайд-визитка</vt:lpstr>
      <vt:lpstr>Имя Фамилия</vt:lpstr>
      <vt:lpstr>Слайд-визитка команды</vt:lpstr>
      <vt:lpstr>Слайд-визитка команды</vt:lpstr>
      <vt:lpstr>Заголовок в две или в одну строчку</vt:lpstr>
      <vt:lpstr>Заголовок в две или одну строку</vt:lpstr>
      <vt:lpstr>Заголовок в две или одну строчку</vt:lpstr>
      <vt:lpstr>Заголовок в две или одну строчку</vt:lpstr>
      <vt:lpstr>Заголовок в две или одну строчку</vt:lpstr>
      <vt:lpstr>Заголовок в одну или две строчки</vt:lpstr>
      <vt:lpstr>Презентация PowerPoint</vt:lpstr>
      <vt:lpstr>Заголовок в две или в одну строчку</vt:lpstr>
      <vt:lpstr>Заголовок в одну строчку</vt:lpstr>
      <vt:lpstr>Заголовок в две или одну строчку</vt:lpstr>
      <vt:lpstr>Заголовок в одну или две строчки </vt:lpstr>
      <vt:lpstr>Заголовок в две строки</vt:lpstr>
      <vt:lpstr>Заголовок в две или одну строку</vt:lpstr>
      <vt:lpstr>Заголовок в две или одну строчку</vt:lpstr>
      <vt:lpstr>Заголовок в две или одну строчку</vt:lpstr>
      <vt:lpstr>Заголовок в две или одну строчку</vt:lpstr>
      <vt:lpstr>Заголовок</vt:lpstr>
      <vt:lpstr>Заголовок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одну или в две строчки</vt:lpstr>
      <vt:lpstr>Заголовок в одну или в две строчки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две  строчки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одну строчку</vt:lpstr>
      <vt:lpstr>Заголовок в две или в одну строчку</vt:lpstr>
      <vt:lpstr>Заголовок в две или в одну строчку</vt:lpstr>
      <vt:lpstr>Презентация PowerPoint</vt:lpstr>
      <vt:lpstr>Продуктовый портфель VK Tech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Кирилл Печерских</cp:lastModifiedBy>
  <cp:revision>1</cp:revision>
  <dcterms:modified xsi:type="dcterms:W3CDTF">2026-09-22T19:22:42Z</dcterms:modified>
</cp:coreProperties>
</file>