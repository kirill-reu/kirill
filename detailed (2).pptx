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5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Play" panose="020B0604020202020204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57" Type="http://schemas.openxmlformats.org/officeDocument/2006/relationships/notesMaster" Target="notesMasters/notes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июн. 2025 г. · Что же де</c:v>
                </c:pt>
                <c:pt idx="1">
                  <c:v>3 июн.</c:v>
                </c:pt>
                <c:pt idx="2">
                  <c:v>угрозы наиболее вероятны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</c:v>
                </c:pt>
                <c:pt idx="1">
                  <c:v>2025.0</c:v>
                </c:pt>
                <c:pt idx="2">
                  <c:v>2025.0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авг. 2024 г. · Коммерчес</c:v>
                </c:pt>
                <c:pt idx="1">
                  <c:v>27 авг.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27.0</c:v>
                </c:pt>
                <c:pt idx="1">
                  <c:v>2024.0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авг. 2026 г. · Создавайт</c:v>
                </c:pt>
                <c:pt idx="1">
                  <c:v>24 авг.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24.0</c:v>
                </c:pt>
                <c:pt idx="1">
                  <c:v>2026.0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Запускаем новую фичу автогенерации презентаций для внутренних команд.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Сервис разбирает шаблон и собирает три варианта колоды на основе брифа.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Закрывающий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4" name="Google Shape;14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9" name="Google Shape;19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" name="Google Shape;27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3" name="Google Shape;33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36" name="Google Shape;36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45" name="Google Shape;45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0" name="Google Shape;50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52" name="Google Shape;52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азделитель">
  <p:cSld name="1_Разделитель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8" name="Google Shape;58;p6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" name="Google Shape;64;p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лайд &quot;Спасибо!&quot;">
  <p:cSld name="4_Слайд &quot;Спасибо!&quot;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69" name="Google Shape;69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74" name="Google Shape;74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одержание">
  <p:cSld name="1_Содержание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0" name="Google Shape;80;p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одержание">
  <p:cSld name="2_Содержание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одержание">
  <p:cSld name="3_Содержание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4" name="Google Shape;104;p1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Визитка">
  <p:cSld name="1_Визитка"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" name="Google Shape;113;p1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Визитка">
  <p:cSld name="4_Визитка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4" name="Google Shape;124;p1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вободный дизайн">
  <p:cSld name="1_Свободный дизайн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4" name="Google Shape;134;p13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" name="Google Shape;140;p1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Контент">
  <p:cSld name="1_Контент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7" name="Google Shape;147;p1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Контент">
  <p:cSld name="3_Контент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4" name="Google Shape;154;p1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Контент">
  <p:cSld name="5_Контент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1" name="Google Shape;161;p1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Контент">
  <p:cSld name="7_Контент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8" name="Google Shape;168;p1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Контент">
  <p:cSld name="8_Контент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5" name="Google Shape;175;p1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Контент">
  <p:cSld name="13_Контент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1" name="Google Shape;181;p1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7" name="Google Shape;187;p20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вободный дизайн">
  <p:cSld name="2_Свободный дизайн">
    <p:bg>
      <p:bgPr>
        <a:solidFill>
          <a:schemeClr val="dk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3" name="Google Shape;193;p2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9" name="Google Shape;199;p2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Разделитель">
  <p:cSld name="2_Разделитель">
    <p:bg>
      <p:bgPr>
        <a:solidFill>
          <a:schemeClr val="dk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4" name="Google Shape;204;p22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2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16" name="Google Shape;216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21" name="Google Shape;221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29" name="Google Shape;229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5" name="Google Shape;235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38" name="Google Shape;238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47" name="Google Shape;247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52" name="Google Shape;252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54" name="Google Shape;254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&quot;Спасибо!&quot;">
  <p:cSld name="2_Слайд &quot;Спасибо!&quot;">
    <p:bg>
      <p:bgPr>
        <a:solidFill>
          <a:schemeClr val="dk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63" name="Google Shape;263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7" name="Google Shape;267;p26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68" name="Google Shape;268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0" name="Google Shape;270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лайд &quot;Спасибо!&quot;">
  <p:cSld name="3_Слайд &quot;Спасибо!&quot;">
    <p:bg>
      <p:bgPr>
        <a:solidFill>
          <a:schemeClr val="dk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5" name="Google Shape;275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80" name="Google Shape;280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Содержание">
  <p:cSld name="5_Содержание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6" name="Google Shape;286;p2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9" name="Google Shape;289;p2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Содержание">
  <p:cSld name="6_Содержание">
    <p:bg>
      <p:bgPr>
        <a:solidFill>
          <a:schemeClr val="dk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8" name="Google Shape;298;p2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2" name="Google Shape;302;p2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одержание">
  <p:cSld name="4_Содержание">
    <p:bg>
      <p:bgPr>
        <a:solidFill>
          <a:schemeClr val="dk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0" name="Google Shape;310;p3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Визитка">
  <p:cSld name="3_Визитка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9" name="Google Shape;319;p3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4" name="Google Shape;324;p3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Визитка">
  <p:cSld name="2_Визитка">
    <p:bg>
      <p:bgPr>
        <a:solidFill>
          <a:schemeClr val="dk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0" name="Google Shape;330;p3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3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Контент">
  <p:cSld name="2_Контент">
    <p:bg>
      <p:bgPr>
        <a:solidFill>
          <a:schemeClr val="dk1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1" name="Google Shape;341;p3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Контент">
  <p:cSld name="4_Контент">
    <p:bg>
      <p:bgPr>
        <a:solidFill>
          <a:schemeClr val="dk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8" name="Google Shape;348;p3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3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Контент">
  <p:cSld name="6_Контент">
    <p:bg>
      <p:bgPr>
        <a:solidFill>
          <a:schemeClr val="dk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5" name="Google Shape;355;p3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3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Контент">
  <p:cSld name="12_Контент">
    <p:bg>
      <p:bgPr>
        <a:solidFill>
          <a:schemeClr val="dk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2" name="Google Shape;362;p3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3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Контент">
  <p:cSld name="9_Контент">
    <p:bg>
      <p:bgPr>
        <a:solidFill>
          <a:schemeClr val="dk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9" name="Google Shape;369;p3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3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Контент">
  <p:cSld name="10_Контент">
    <p:bg>
      <p:bgPr>
        <a:solidFill>
          <a:schemeClr val="dk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5" name="Google Shape;375;p3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3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Контент">
  <p:cSld name="11_Контент">
    <p:bg>
      <p:bgPr>
        <a:solidFill>
          <a:schemeClr val="l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2" name="Google Shape;382;p3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3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Контент">
  <p:cSld name="14_Контент">
    <p:bg>
      <p:bgPr>
        <a:solidFill>
          <a:schemeClr val="dk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9" name="Google Shape;389;p4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4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">
  <p:cSld name="1_DEFAULT">
    <p:bg>
      <p:bgPr>
        <a:solidFill>
          <a:schemeClr val="dk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5" name="Google Shape;395;p4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4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Запускаем новую фичу автогенерации презентаций для внутренних команд.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Новая функциональность (фича)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Проблема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4082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vk.ru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Мы хотели бы показать здесь описание, но сайт, который вы просматриваете, этого не позволя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Безопасность веб-приложений в 2025: чек-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июн. 2025 г. · Что же делать в этой ситуации? Начать с понимания того, какие угрозы наиб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Коммерческое предложение в 2026 году: бл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 авг. 2024 г. · Коммерческое предложение — это письменное предложение, адресованное поте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Создание презентаций с помощью ИИ | Micr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 авг. 2026 г. · Создавайте презентации быстрее с помощью средства создания презентаций н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Топ‑10 нейросетей для создания презентац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мая 2026 г. · Поэтому этот обзор основан не на теории, а на реальном использовании AI-и</a:t>
                      </a:r>
                    </a:p>
                  </a:txBody>
                  <a:tcPr/>
                </a:tc>
              </a:tr>
              <a:tr h="40824">
                <a:tc>
                  <a:txBody>
                    <a:bodyPr/>
                    <a:lstStyle/>
                    <a:p>
                      <a:r>
                        <a:t>Не работает микрофон - Сообщество Micros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Здравствуйте, у меня не работает микрофон. Я пробовала перезвйти на конференцию и у меня 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Безопасность веб-приложений в 2025: чек-лист: 3 июн. 2025 г. · Что же делать в этой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Сервис разбирает шаблон и собирает три варианта колоды на основе брифа.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Подход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83720" y="3472980"/>
          <a:ext cx="4288279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Как это работает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Данные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t>Новая функциональность (фича): пункт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Топ‑10 нейросетей для создания презентаций в 2026 году: 14 мая 2026 г. · Поэтому этот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Риски и ограничения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Дорожная карта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4082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vk.ru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Мы хотели бы показать здесь описание, но сайт, который вы просматриваете, этого не позволя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Безопасность веб-приложений в 2025: чек-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июн. 2025 г. · Что же делать в этой ситуации? Начать с понимания того, какие угрозы наиб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Коммерческое предложение в 2026 году: бл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 авг. 2024 г. · Коммерческое предложение — это письменное предложение, адресованное поте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Создание презентаций с помощью ИИ | Micr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 авг. 2026 г. · Создавайте презентации быстрее с помощью средства создания презентаций н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Топ‑10 нейросетей для создания презентац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мая 2026 г. · Поэтому этот обзор основан не на теории, а на реальном использовании AI-и</a:t>
                      </a:r>
                    </a:p>
                  </a:txBody>
                  <a:tcPr/>
                </a:tc>
              </a:tr>
              <a:tr h="40824">
                <a:tc>
                  <a:txBody>
                    <a:bodyPr/>
                    <a:lstStyle/>
                    <a:p>
                      <a:r>
                        <a:t>Не работает микрофон - Сообщество Micros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Здравствуйте, у меня не работает микрофон. Я пробовала перезвйти на конференцию и у меня 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Новая функциональность (фича): часть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4082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vk.ru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Мы хотели бы показать здесь описание, но сайт, который вы просматриваете, этого не позволя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Безопасность веб-приложений в 2025: чек-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июн. 2025 г. · Что же делать в этой ситуации? Начать с понимания того, какие угрозы наиб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Коммерческое предложение в 2026 году: бл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 авг. 2024 г. · Коммерческое предложение — это письменное предложение, адресованное поте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Создание презентаций с помощью ИИ | Micr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 авг. 2026 г. · Создавайте презентации быстрее с помощью средства создания презентаций н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Топ‑10 нейросетей для создания презентац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мая 2026 г. · Поэтому этот обзор основан не на теории, а на реальном использовании AI-и</a:t>
                      </a:r>
                    </a:p>
                  </a:txBody>
                  <a:tcPr/>
                </a:tc>
              </a:tr>
              <a:tr h="40824">
                <a:tc>
                  <a:txBody>
                    <a:bodyPr/>
                    <a:lstStyle/>
                    <a:p>
                      <a:r>
                        <a:t>Не работает микрофон - Сообщество Micros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Здравствуйте, у меня не работает микрофон. Я пробовала перезвйти на конференцию и у меня 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Microsoft Community: Microsoft Community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Новая функциональность (фича): пункт 8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Новая функциональность (фича): часть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3720" y="3472980"/>
          <a:ext cx="4288279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139"/>
                <a:gridCol w="2144140"/>
              </a:tblGrid>
              <a:tr h="4082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vk.ru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Мы хотели бы показать здесь описание, но сайт, который вы просматриваете, этого не позволя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Безопасность веб-приложений в 2025: чек-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июн. 2025 г. · Что же делать в этой ситуации? Начать с понимания того, какие угрозы наиб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Коммерческое предложение в 2026 году: бл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 авг. 2024 г. · Коммерческое предложение — это письменное предложение, адресованное поте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Создание презентаций с помощью ИИ | Micr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 авг. 2026 г. · Создавайте презентации быстрее с помощью средства создания презентаций н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Топ‑10 нейросетей для создания презентац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мая 2026 г. · Поэтому этот обзор основан не на теории, а на реальном использовании AI-и</a:t>
                      </a:r>
                    </a:p>
                  </a:txBody>
                  <a:tcPr/>
                </a:tc>
              </a:tr>
              <a:tr h="40824">
                <a:tc>
                  <a:txBody>
                    <a:bodyPr/>
                    <a:lstStyle/>
                    <a:p>
                      <a:r>
                        <a:t>Не работает микрофон - Сообщество Micros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Здравствуйте, у меня не работает микрофон. Я пробовала перезвйти на конференцию и у меня 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Выводы и следующие шаги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Собрать обратную связь</a:t>
            </a:r>
          </a:p>
          <a:p>
            <a:pPr/>
            <a:r>
              <a:t>Назначить ответственных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t>Обсудить план внедрения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1856</Words>
  <Application>Microsoft Office PowerPoint</Application>
  <PresentationFormat>Экран (16:9)</PresentationFormat>
  <Paragraphs>813</Paragraphs>
  <Slides>54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54</vt:i4>
      </vt:variant>
    </vt:vector>
  </HeadingPairs>
  <TitlesOfParts>
    <vt:vector size="60" baseType="lpstr">
      <vt:lpstr>Consolas</vt:lpstr>
      <vt:lpstr>Calibri</vt:lpstr>
      <vt:lpstr>Arial</vt:lpstr>
      <vt:lpstr>Play</vt:lpstr>
      <vt:lpstr>VK Tech</vt:lpstr>
      <vt:lpstr>VK Tech</vt:lpstr>
      <vt:lpstr>VK Tech</vt:lpstr>
      <vt:lpstr>VK Tech</vt:lpstr>
      <vt:lpstr>Редактируемый слайд-разделитель</vt:lpstr>
      <vt:lpstr>Спасибо за внимание!</vt:lpstr>
      <vt:lpstr>Спасибо за внимание!</vt:lpstr>
      <vt:lpstr>Спасибо за внимание!</vt:lpstr>
      <vt:lpstr>Заголовок</vt:lpstr>
      <vt:lpstr>Заголовок</vt:lpstr>
      <vt:lpstr>Заголовок</vt:lpstr>
      <vt:lpstr>Слайд-визитка</vt:lpstr>
      <vt:lpstr>Имя Фамилия</vt:lpstr>
      <vt:lpstr>Слайд-визитка команды</vt:lpstr>
      <vt:lpstr>Слайд-визитка команды</vt:lpstr>
      <vt:lpstr>Заголовок в две или в одну строчку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 в одну или две строчки</vt:lpstr>
      <vt:lpstr>Презентация PowerPoint</vt:lpstr>
      <vt:lpstr>Заголовок в две или в одну строчку</vt:lpstr>
      <vt:lpstr>Заголовок в одну строчку</vt:lpstr>
      <vt:lpstr>Заголовок в две или одну строчку</vt:lpstr>
      <vt:lpstr>Заголовок в одну или две строчки </vt:lpstr>
      <vt:lpstr>Заголовок в две строки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</vt:lpstr>
      <vt:lpstr>Заголовок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или в две строчки</vt:lpstr>
      <vt:lpstr>Заголовок в одну или в две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строчку</vt:lpstr>
      <vt:lpstr>Заголовок в две или в одну строчку</vt:lpstr>
      <vt:lpstr>Заголовок в две или в одну строчку</vt:lpstr>
      <vt:lpstr>Презентация PowerPoint</vt:lpstr>
      <vt:lpstr>Продуктовый портфель VK Tech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Печерских</cp:lastModifiedBy>
  <cp:revision>1</cp:revision>
  <dcterms:modified xsi:type="dcterms:W3CDTF">2026-09-22T19:22:42Z</dcterms:modified>
</cp:coreProperties>
</file>