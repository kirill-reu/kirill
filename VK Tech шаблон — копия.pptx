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5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Play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1.fntdata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2.fntdata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3.fntdata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" name="Google Shape;81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1" name="Google Shape;90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7" name="Google Shape;95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3" name="Google Shape;98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4" name="Google Shape;102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3" name="Google Shape;105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6" name="Google Shape;111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5" name="Google Shape;113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4" name="Google Shape;116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1" name="Google Shape;12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0" name="Google Shape;121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3" name="Google Shape;122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2" name="Google Shape;147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1" name="Google Shape;165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4" name="Google Shape;191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1" name="Google Shape;210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0" name="Google Shape;211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1" name="Google Shape;2111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7" name="Google Shape;216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2" name="Google Shape;219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6" name="Google Shape;224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8" name="Google Shape;225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9" name="Google Shape;2259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7" name="Google Shape;226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8" name="Google Shape;2268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4" name="Google Shape;233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3" name="Google Shape;235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4" name="Google Shape;2354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2" name="Google Shape;238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5" name="Google Shape;242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7" name="Google Shape;244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5" name="Google Shape;249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6" name="Google Shape;2496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7" name="Google Shape;252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8" name="Google Shape;2528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6" name="Google Shape;2546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7" name="Google Shape;2547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3" name="Google Shape;258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4" name="Google Shape;2584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8" name="Google Shape;2668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9" name="Google Shape;2669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4" name="Google Shape;14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9" name="Google Shape;19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" name="Google Shape;27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3" name="Google Shape;33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36" name="Google Shape;36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45" name="Google Shape;45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0" name="Google Shape;50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52" name="Google Shape;52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зделитель">
  <p:cSld name="1_Разделитель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6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" name="Google Shape;64;p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лайд &quot;Спасибо!&quot;">
  <p:cSld name="4_Слайд &quot;Спасибо!&quot;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69" name="Google Shape;69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74" name="Google Shape;74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одержание">
  <p:cSld name="1_Содержание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0" name="Google Shape;80;p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одержание">
  <p:cSld name="2_Содержание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одержание">
  <p:cSld name="3_Содержание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4" name="Google Shape;104;p1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Визитка">
  <p:cSld name="1_Визитка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" name="Google Shape;113;p1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Визитка">
  <p:cSld name="4_Визитка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вободный дизайн">
  <p:cSld name="1_Свободный дизайн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" name="Google Shape;134;p13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Контент">
  <p:cSld name="1_Контент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7" name="Google Shape;147;p1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Контент">
  <p:cSld name="3_Контент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Контент">
  <p:cSld name="5_Контент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1" name="Google Shape;161;p1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Контент">
  <p:cSld name="7_Контент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8" name="Google Shape;168;p1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Контент">
  <p:cSld name="8_Контент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5" name="Google Shape;175;p1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Контент">
  <p:cSld name="13_Контент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1" name="Google Shape;181;p1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7" name="Google Shape;187;p20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вободный дизайн">
  <p:cSld name="2_Свободный дизайн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3" name="Google Shape;193;p2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" name="Google Shape;199;p2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Разделитель">
  <p:cSld name="2_Разделитель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4" name="Google Shape;204;p22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16" name="Google Shape;216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21" name="Google Shape;221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29" name="Google Shape;229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5" name="Google Shape;235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38" name="Google Shape;238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47" name="Google Shape;247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2" name="Google Shape;252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54" name="Google Shape;254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&quot;Спасибо!&quot;">
  <p:cSld name="2_Слайд &quot;Спасибо!&quot;">
    <p:bg>
      <p:bgPr>
        <a:solidFill>
          <a:schemeClr val="dk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63" name="Google Shape;263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8" name="Google Shape;268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0" name="Google Shape;270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&quot;Спасибо!&quot;">
  <p:cSld name="3_Слайд &quot;Спасибо!&quot;">
    <p:bg>
      <p:bgPr>
        <a:solidFill>
          <a:schemeClr val="dk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5" name="Google Shape;275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80" name="Google Shape;280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Содержание">
  <p:cSld name="5_Содержание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2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Содержание">
  <p:cSld name="6_Содержание">
    <p:bg>
      <p:bgPr>
        <a:solidFill>
          <a:schemeClr val="dk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8" name="Google Shape;298;p2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одержание">
  <p:cSld name="4_Содержание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0" name="Google Shape;310;p3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изитка">
  <p:cSld name="3_Визитка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9" name="Google Shape;319;p3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Визитка">
  <p:cSld name="2_Визитка">
    <p:bg>
      <p:bgPr>
        <a:solidFill>
          <a:schemeClr val="dk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0" name="Google Shape;330;p3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3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Контент">
  <p:cSld name="2_Контент">
    <p:bg>
      <p:bgPr>
        <a:solidFill>
          <a:schemeClr val="dk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3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Контент">
  <p:cSld name="4_Контент">
    <p:bg>
      <p:bgPr>
        <a:solidFill>
          <a:schemeClr val="dk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8" name="Google Shape;348;p3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Контент">
  <p:cSld name="6_Контент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5" name="Google Shape;355;p3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Контент">
  <p:cSld name="12_Контент">
    <p:bg>
      <p:bgPr>
        <a:solidFill>
          <a:schemeClr val="dk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2" name="Google Shape;362;p3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3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Контент">
  <p:cSld name="9_Контент">
    <p:bg>
      <p:bgPr>
        <a:solidFill>
          <a:schemeClr val="dk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9" name="Google Shape;369;p3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3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Контент">
  <p:cSld name="10_Контент"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5" name="Google Shape;375;p3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3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Контент">
  <p:cSld name="11_Контент">
    <p:bg>
      <p:bgPr>
        <a:solidFill>
          <a:schemeClr val="l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2" name="Google Shape;382;p3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3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Контент">
  <p:cSld name="14_Контент">
    <p:bg>
      <p:bgPr>
        <a:solidFill>
          <a:schemeClr val="dk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9" name="Google Shape;389;p4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4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dk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5" name="Google Shape;395;p4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4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design/XDoZigdi1nFZOAaGPNvXPu/illustrations-WorkSpace?node-id=13-7385&amp;t=0YP9B6NpoFNdh4A4-1" TargetMode="External"/><Relationship Id="rId3" Type="http://schemas.openxmlformats.org/officeDocument/2006/relationships/hyperlink" Target="https://www.figma.com/design/ZqnJmQv3y1q5dQEY1x2vRI/3d-illustrations--new-?node-id=2886-21&amp;t=OZJn45b7leDx5mRP-1" TargetMode="External"/><Relationship Id="rId7" Type="http://schemas.openxmlformats.org/officeDocument/2006/relationships/hyperlink" Target="https://www.figma.com/design/ZqnJmQv3y1q5dQEY1x2vRI/3d-illustrations--new-?node-id=1004-31&amp;t=OZJn45b7leDx5mRP-1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hyperlink" Target="https://cloud.mail.ru/public/98q6/MMSAZWdZh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5.png"/><Relationship Id="rId21" Type="http://schemas.openxmlformats.org/officeDocument/2006/relationships/image" Target="../media/image79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23" Type="http://schemas.openxmlformats.org/officeDocument/2006/relationships/image" Target="../media/image81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5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2.png"/><Relationship Id="rId21" Type="http://schemas.openxmlformats.org/officeDocument/2006/relationships/image" Target="../media/image194.png"/><Relationship Id="rId34" Type="http://schemas.openxmlformats.org/officeDocument/2006/relationships/image" Target="../media/image207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202.png"/><Relationship Id="rId41" Type="http://schemas.openxmlformats.org/officeDocument/2006/relationships/image" Target="../media/image21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5.png"/><Relationship Id="rId37" Type="http://schemas.openxmlformats.org/officeDocument/2006/relationships/image" Target="../media/image210.png"/><Relationship Id="rId40" Type="http://schemas.openxmlformats.org/officeDocument/2006/relationships/image" Target="../media/image213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9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4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3.png"/><Relationship Id="rId35" Type="http://schemas.openxmlformats.org/officeDocument/2006/relationships/image" Target="../media/image208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6.png"/><Relationship Id="rId38" Type="http://schemas.openxmlformats.org/officeDocument/2006/relationships/image" Target="../media/image21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5" Type="http://schemas.openxmlformats.org/officeDocument/2006/relationships/image" Target="../media/image21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/>
              <a:t>VK Tech</a:t>
            </a:r>
            <a:endParaRPr/>
          </a:p>
        </p:txBody>
      </p:sp>
      <p:sp>
        <p:nvSpPr>
          <p:cNvPr id="402" name="Google Shape;402;p42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корпоративного</a:t>
            </a:r>
            <a:r>
              <a:rPr lang="en-US" dirty="0"/>
              <a:t> ПО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/>
              <a:t>VK Tech</a:t>
            </a:r>
            <a:endParaRPr/>
          </a:p>
        </p:txBody>
      </p:sp>
      <p:sp>
        <p:nvSpPr>
          <p:cNvPr id="408" name="Google Shape;408;p43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Разработчик корпоративного ПО</a:t>
            </a:r>
            <a:endParaRPr/>
          </a:p>
        </p:txBody>
      </p:sp>
      <p:sp>
        <p:nvSpPr>
          <p:cNvPr id="409" name="Google Shape;409;p43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410" name="Google Shape;410;p43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Должность</a:t>
            </a:r>
            <a:endParaRPr/>
          </a:p>
        </p:txBody>
      </p:sp>
      <p:sp>
        <p:nvSpPr>
          <p:cNvPr id="411" name="Google Shape;411;p43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name="adj" fmla="val 23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581272" y="402508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ctr" rtl="0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marL="171450" marR="0" lvl="0" indent="-171450" algn="ctr" rtl="0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/>
              <a:t>Редактируемый слайд-разделитель</a:t>
            </a:r>
            <a:endParaRPr/>
          </a:p>
        </p:txBody>
      </p:sp>
      <p:sp>
        <p:nvSpPr>
          <p:cNvPr id="418" name="Google Shape;418;p44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/>
              <a:t>Дополнительное описание</a:t>
            </a:r>
            <a:endParaRPr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5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30" name="Google Shape;430;p45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431" name="Google Shape;431;p45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Должность</a:t>
            </a:r>
            <a:endParaRPr/>
          </a:p>
        </p:txBody>
      </p:sp>
      <p:sp>
        <p:nvSpPr>
          <p:cNvPr id="432" name="Google Shape;432;p45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name="adj" fmla="val 23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581272" y="402508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ctr" rtl="0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marL="171450" marR="0" lvl="0" indent="-171450" algn="ctr" rtl="0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39" name="Google Shape;439;p46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QR-код</a:t>
            </a:r>
            <a:endParaRPr/>
          </a:p>
        </p:txBody>
      </p:sp>
      <p:sp>
        <p:nvSpPr>
          <p:cNvPr id="440" name="Google Shape;440;p46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Дополнительная информация</a:t>
            </a:r>
            <a:endParaRPr/>
          </a:p>
        </p:txBody>
      </p:sp>
      <p:sp>
        <p:nvSpPr>
          <p:cNvPr id="441" name="Google Shape;441;p46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name="adj" fmla="val 23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6"/>
          <p:cNvSpPr txBox="1"/>
          <p:nvPr/>
        </p:nvSpPr>
        <p:spPr>
          <a:xfrm>
            <a:off x="581272" y="402508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ctr" rtl="0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marL="171450" marR="0" lvl="0" indent="-171450" algn="ctr" rtl="0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QR</a:t>
            </a:r>
            <a:endParaRPr sz="10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48" name="Google Shape;448;p4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7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Дополнительная</a:t>
            </a:r>
            <a:endParaRPr/>
          </a:p>
          <a:p>
            <a:pPr marL="171450" lvl="0" indent="-17145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информация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  <p:sp>
        <p:nvSpPr>
          <p:cNvPr id="454" name="Google Shape;454;p4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55" name="Google Shape;455;p4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56" name="Google Shape;456;p4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57" name="Google Shape;457;p4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58" name="Google Shape;458;p4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59" name="Google Shape;459;p4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pic>
        <p:nvPicPr>
          <p:cNvPr id="460" name="Google Shape;460;p48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841" y="613177"/>
            <a:ext cx="5033058" cy="452918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8"/>
          <p:cNvSpPr/>
          <p:nvPr/>
        </p:nvSpPr>
        <p:spPr>
          <a:xfrm flipH="1">
            <a:off x="4572000" y="644899"/>
            <a:ext cx="525867" cy="525801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2" name="Google Shape;462;p4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36042" y="810822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8"/>
          <p:cNvSpPr/>
          <p:nvPr/>
        </p:nvSpPr>
        <p:spPr>
          <a:xfrm flipH="1">
            <a:off x="4572000" y="1303624"/>
            <a:ext cx="525867" cy="525801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4" name="Google Shape;464;p4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36042" y="1469547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8"/>
          <p:cNvSpPr/>
          <p:nvPr/>
        </p:nvSpPr>
        <p:spPr>
          <a:xfrm flipH="1">
            <a:off x="4572000" y="1962349"/>
            <a:ext cx="525867" cy="525801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4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36042" y="2128272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8"/>
          <p:cNvSpPr/>
          <p:nvPr/>
        </p:nvSpPr>
        <p:spPr>
          <a:xfrm flipH="1">
            <a:off x="4572000" y="2621074"/>
            <a:ext cx="525867" cy="525801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p4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36042" y="2786997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8"/>
          <p:cNvSpPr/>
          <p:nvPr/>
        </p:nvSpPr>
        <p:spPr>
          <a:xfrm flipH="1">
            <a:off x="4572000" y="3312798"/>
            <a:ext cx="525867" cy="525801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4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36042" y="3478721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8"/>
          <p:cNvSpPr/>
          <p:nvPr/>
        </p:nvSpPr>
        <p:spPr>
          <a:xfrm flipH="1">
            <a:off x="4572000" y="4004522"/>
            <a:ext cx="525867" cy="525801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2" name="Google Shape;472;p4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36042" y="4170445"/>
            <a:ext cx="197782" cy="19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49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841" y="613177"/>
            <a:ext cx="5033058" cy="4529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8656" y="3935016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9"/>
          <p:cNvSpPr/>
          <p:nvPr/>
        </p:nvSpPr>
        <p:spPr>
          <a:xfrm>
            <a:off x="4666757" y="4060626"/>
            <a:ext cx="383004" cy="382956"/>
          </a:xfrm>
          <a:prstGeom prst="roundRect">
            <a:avLst>
              <a:gd name="adj" fmla="val 28477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0" name="Google Shape;480;p4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8656" y="3088172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9"/>
          <p:cNvSpPr/>
          <p:nvPr/>
        </p:nvSpPr>
        <p:spPr>
          <a:xfrm>
            <a:off x="4666757" y="3213782"/>
            <a:ext cx="383004" cy="382956"/>
          </a:xfrm>
          <a:prstGeom prst="roundRect">
            <a:avLst>
              <a:gd name="adj" fmla="val 28477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2" name="Google Shape;482;p4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8656" y="2238114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9"/>
          <p:cNvSpPr/>
          <p:nvPr/>
        </p:nvSpPr>
        <p:spPr>
          <a:xfrm>
            <a:off x="4666757" y="2363724"/>
            <a:ext cx="383004" cy="382956"/>
          </a:xfrm>
          <a:prstGeom prst="roundRect">
            <a:avLst>
              <a:gd name="adj" fmla="val 28477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4" name="Google Shape;484;p4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8656" y="1391271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9"/>
          <p:cNvSpPr/>
          <p:nvPr/>
        </p:nvSpPr>
        <p:spPr>
          <a:xfrm>
            <a:off x="4666757" y="1516881"/>
            <a:ext cx="383004" cy="382956"/>
          </a:xfrm>
          <a:prstGeom prst="roundRect">
            <a:avLst>
              <a:gd name="adj" fmla="val 28477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6" name="Google Shape;486;p4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8656" y="527754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  <p:sp>
        <p:nvSpPr>
          <p:cNvPr id="488" name="Google Shape;488;p4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89" name="Google Shape;489;p4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90" name="Google Shape;490;p4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91" name="Google Shape;491;p4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92" name="Google Shape;492;p4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493" name="Google Shape;493;p49"/>
          <p:cNvSpPr/>
          <p:nvPr/>
        </p:nvSpPr>
        <p:spPr>
          <a:xfrm>
            <a:off x="4666757" y="653364"/>
            <a:ext cx="383004" cy="382956"/>
          </a:xfrm>
          <a:prstGeom prst="roundRect">
            <a:avLst>
              <a:gd name="adj" fmla="val 28477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4" name="Google Shape;494;p4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59368" y="749755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59368" y="1611381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59368" y="2458224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59368" y="3308282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759368" y="4155126"/>
            <a:ext cx="197782" cy="19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  <p:sp>
        <p:nvSpPr>
          <p:cNvPr id="504" name="Google Shape;504;p5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/>
              <a:t>Содержание</a:t>
            </a:r>
            <a:endParaRPr/>
          </a:p>
        </p:txBody>
      </p:sp>
      <p:sp>
        <p:nvSpPr>
          <p:cNvPr id="505" name="Google Shape;505;p5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</p:txBody>
      </p:sp>
      <p:sp>
        <p:nvSpPr>
          <p:cNvPr id="506" name="Google Shape;506;p50"/>
          <p:cNvSpPr/>
          <p:nvPr/>
        </p:nvSpPr>
        <p:spPr>
          <a:xfrm>
            <a:off x="354563" y="2341984"/>
            <a:ext cx="4142792" cy="2090058"/>
          </a:xfrm>
          <a:prstGeom prst="roundRect">
            <a:avLst>
              <a:gd name="adj" fmla="val 238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0"/>
          <p:cNvSpPr txBox="1"/>
          <p:nvPr/>
        </p:nvSpPr>
        <p:spPr>
          <a:xfrm>
            <a:off x="1968694" y="3225476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ctr" rtl="0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marL="171450" marR="0" lvl="0" indent="-171450" algn="ctr" rtl="0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</p:txBody>
      </p:sp>
      <p:sp>
        <p:nvSpPr>
          <p:cNvPr id="513" name="Google Shape;513;p5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514" name="Google Shape;514;p5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>
                <a:solidFill>
                  <a:schemeClr val="dk1"/>
                </a:solidFill>
              </a:rPr>
              <a:t>Должность</a:t>
            </a:r>
            <a:endParaRPr/>
          </a:p>
        </p:txBody>
      </p:sp>
      <p:sp>
        <p:nvSpPr>
          <p:cNvPr id="515" name="Google Shape;515;p5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Слайд-визитка</a:t>
            </a:r>
            <a:endParaRPr/>
          </a:p>
        </p:txBody>
      </p:sp>
      <p:sp>
        <p:nvSpPr>
          <p:cNvPr id="516" name="Google Shape;516;p51"/>
          <p:cNvSpPr/>
          <p:nvPr/>
        </p:nvSpPr>
        <p:spPr>
          <a:xfrm>
            <a:off x="283720" y="1186015"/>
            <a:ext cx="3733803" cy="2090058"/>
          </a:xfrm>
          <a:prstGeom prst="roundRect">
            <a:avLst>
              <a:gd name="adj" fmla="val 238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1"/>
          <p:cNvSpPr txBox="1"/>
          <p:nvPr/>
        </p:nvSpPr>
        <p:spPr>
          <a:xfrm>
            <a:off x="1716107" y="2088169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ctr" rtl="0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marL="171450" marR="0" lvl="0" indent="-171450" algn="ctr" rtl="0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</p:txBody>
      </p:sp>
      <p:sp>
        <p:nvSpPr>
          <p:cNvPr id="523" name="Google Shape;523;p5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/>
              <a:t>Должность</a:t>
            </a:r>
            <a:endParaRPr/>
          </a:p>
        </p:txBody>
      </p:sp>
      <p:sp>
        <p:nvSpPr>
          <p:cNvPr id="524" name="Google Shape;524;p5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525" name="Google Shape;525;p52"/>
          <p:cNvSpPr/>
          <p:nvPr/>
        </p:nvSpPr>
        <p:spPr>
          <a:xfrm>
            <a:off x="4933540" y="704038"/>
            <a:ext cx="3733803" cy="3735421"/>
          </a:xfrm>
          <a:prstGeom prst="roundRect">
            <a:avLst>
              <a:gd name="adj" fmla="val 238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2"/>
          <p:cNvSpPr txBox="1"/>
          <p:nvPr/>
        </p:nvSpPr>
        <p:spPr>
          <a:xfrm>
            <a:off x="6365927" y="250336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ctr" rtl="0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marL="171450" marR="0" lvl="0" indent="-171450" algn="ctr" rtl="0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39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Слайд-визитка команды</a:t>
            </a:r>
            <a:endParaRPr/>
          </a:p>
        </p:txBody>
      </p:sp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303214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3"/>
          <p:cNvSpPr/>
          <p:nvPr/>
        </p:nvSpPr>
        <p:spPr>
          <a:xfrm>
            <a:off x="625195" y="1022533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3"/>
          <p:cNvSpPr/>
          <p:nvPr/>
        </p:nvSpPr>
        <p:spPr>
          <a:xfrm>
            <a:off x="276488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3"/>
          <p:cNvSpPr/>
          <p:nvPr/>
        </p:nvSpPr>
        <p:spPr>
          <a:xfrm>
            <a:off x="369430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3"/>
          <p:cNvSpPr/>
          <p:nvPr/>
        </p:nvSpPr>
        <p:spPr>
          <a:xfrm>
            <a:off x="2067385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3"/>
          <p:cNvSpPr/>
          <p:nvPr/>
        </p:nvSpPr>
        <p:spPr>
          <a:xfrm>
            <a:off x="2389366" y="1022533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3"/>
          <p:cNvSpPr/>
          <p:nvPr/>
        </p:nvSpPr>
        <p:spPr>
          <a:xfrm>
            <a:off x="2040659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3"/>
          <p:cNvSpPr/>
          <p:nvPr/>
        </p:nvSpPr>
        <p:spPr>
          <a:xfrm>
            <a:off x="2133601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3"/>
          <p:cNvSpPr/>
          <p:nvPr/>
        </p:nvSpPr>
        <p:spPr>
          <a:xfrm>
            <a:off x="3831556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53"/>
          <p:cNvSpPr/>
          <p:nvPr/>
        </p:nvSpPr>
        <p:spPr>
          <a:xfrm>
            <a:off x="4153536" y="1022533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53"/>
          <p:cNvSpPr/>
          <p:nvPr/>
        </p:nvSpPr>
        <p:spPr>
          <a:xfrm>
            <a:off x="3804829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3"/>
          <p:cNvSpPr/>
          <p:nvPr/>
        </p:nvSpPr>
        <p:spPr>
          <a:xfrm>
            <a:off x="3897772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559572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53"/>
          <p:cNvSpPr/>
          <p:nvPr/>
        </p:nvSpPr>
        <p:spPr>
          <a:xfrm>
            <a:off x="5917707" y="1022533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3"/>
          <p:cNvSpPr/>
          <p:nvPr/>
        </p:nvSpPr>
        <p:spPr>
          <a:xfrm>
            <a:off x="5569000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3"/>
          <p:cNvSpPr/>
          <p:nvPr/>
        </p:nvSpPr>
        <p:spPr>
          <a:xfrm>
            <a:off x="5661942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3"/>
          <p:cNvSpPr/>
          <p:nvPr/>
        </p:nvSpPr>
        <p:spPr>
          <a:xfrm>
            <a:off x="735989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53"/>
          <p:cNvSpPr/>
          <p:nvPr/>
        </p:nvSpPr>
        <p:spPr>
          <a:xfrm>
            <a:off x="7681878" y="1022533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3"/>
          <p:cNvSpPr/>
          <p:nvPr/>
        </p:nvSpPr>
        <p:spPr>
          <a:xfrm>
            <a:off x="7333171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3"/>
          <p:cNvSpPr/>
          <p:nvPr/>
        </p:nvSpPr>
        <p:spPr>
          <a:xfrm>
            <a:off x="7426113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53"/>
          <p:cNvSpPr/>
          <p:nvPr/>
        </p:nvSpPr>
        <p:spPr>
          <a:xfrm>
            <a:off x="303214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625195" y="2797849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276488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3"/>
          <p:cNvSpPr/>
          <p:nvPr/>
        </p:nvSpPr>
        <p:spPr>
          <a:xfrm>
            <a:off x="369430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3"/>
          <p:cNvSpPr/>
          <p:nvPr/>
        </p:nvSpPr>
        <p:spPr>
          <a:xfrm>
            <a:off x="2067385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89366" y="2797849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3"/>
          <p:cNvSpPr/>
          <p:nvPr/>
        </p:nvSpPr>
        <p:spPr>
          <a:xfrm>
            <a:off x="2040659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3"/>
          <p:cNvSpPr/>
          <p:nvPr/>
        </p:nvSpPr>
        <p:spPr>
          <a:xfrm>
            <a:off x="2133601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3"/>
          <p:cNvSpPr/>
          <p:nvPr/>
        </p:nvSpPr>
        <p:spPr>
          <a:xfrm>
            <a:off x="3831556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53"/>
          <p:cNvSpPr/>
          <p:nvPr/>
        </p:nvSpPr>
        <p:spPr>
          <a:xfrm>
            <a:off x="4153536" y="2797849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53"/>
          <p:cNvSpPr/>
          <p:nvPr/>
        </p:nvSpPr>
        <p:spPr>
          <a:xfrm>
            <a:off x="3804829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3"/>
          <p:cNvSpPr/>
          <p:nvPr/>
        </p:nvSpPr>
        <p:spPr>
          <a:xfrm>
            <a:off x="3897772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3"/>
          <p:cNvSpPr/>
          <p:nvPr/>
        </p:nvSpPr>
        <p:spPr>
          <a:xfrm>
            <a:off x="559572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53"/>
          <p:cNvSpPr/>
          <p:nvPr/>
        </p:nvSpPr>
        <p:spPr>
          <a:xfrm>
            <a:off x="5917707" y="2797849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53"/>
          <p:cNvSpPr/>
          <p:nvPr/>
        </p:nvSpPr>
        <p:spPr>
          <a:xfrm>
            <a:off x="5569000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5661942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3"/>
          <p:cNvSpPr/>
          <p:nvPr/>
        </p:nvSpPr>
        <p:spPr>
          <a:xfrm>
            <a:off x="735989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53"/>
          <p:cNvSpPr/>
          <p:nvPr/>
        </p:nvSpPr>
        <p:spPr>
          <a:xfrm>
            <a:off x="7681878" y="2797849"/>
            <a:ext cx="751291" cy="751198"/>
          </a:xfrm>
          <a:prstGeom prst="roundRect">
            <a:avLst>
              <a:gd name="adj" fmla="val 49860"/>
            </a:avLst>
          </a:pr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53"/>
          <p:cNvSpPr/>
          <p:nvPr/>
        </p:nvSpPr>
        <p:spPr>
          <a:xfrm>
            <a:off x="7333171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7426113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39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Слайд-визитка команды</a:t>
            </a:r>
            <a:endParaRPr/>
          </a:p>
        </p:txBody>
      </p:sp>
      <p:sp>
        <p:nvSpPr>
          <p:cNvPr id="580" name="Google Shape;580;p54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1" name="Google Shape;581;p54"/>
          <p:cNvGrpSpPr/>
          <p:nvPr/>
        </p:nvGrpSpPr>
        <p:grpSpPr>
          <a:xfrm>
            <a:off x="276488" y="1051426"/>
            <a:ext cx="8591024" cy="3498570"/>
            <a:chOff x="762095" y="2374900"/>
            <a:chExt cx="22874494" cy="9315306"/>
          </a:xfrm>
        </p:grpSpPr>
        <p:pic>
          <p:nvPicPr>
            <p:cNvPr id="582" name="Google Shape;582;p5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2374900"/>
              <a:ext cx="4216927" cy="3853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5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50560" y="2755900"/>
              <a:ext cx="3439997" cy="219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4" name="Google Shape;584;p54"/>
            <p:cNvSpPr/>
            <p:nvPr/>
          </p:nvSpPr>
          <p:spPr>
            <a:xfrm>
              <a:off x="1727416" y="5176428"/>
              <a:ext cx="2286286" cy="670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4"/>
            <p:cNvSpPr/>
            <p:nvPr/>
          </p:nvSpPr>
          <p:spPr>
            <a:xfrm>
              <a:off x="1150561" y="5176425"/>
              <a:ext cx="3439996" cy="451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Play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4"/>
            <p:cNvSpPr/>
            <p:nvPr/>
          </p:nvSpPr>
          <p:spPr>
            <a:xfrm>
              <a:off x="1932304" y="5592987"/>
              <a:ext cx="1876507" cy="34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800"/>
                <a:buFont typeface="Play"/>
                <a:buNone/>
              </a:pPr>
              <a:r>
                <a:rPr lang="en-US" sz="8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4"/>
            <p:cNvSpPr/>
            <p:nvPr/>
          </p:nvSpPr>
          <p:spPr>
            <a:xfrm>
              <a:off x="5818517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4"/>
            <p:cNvSpPr/>
            <p:nvPr/>
          </p:nvSpPr>
          <p:spPr>
            <a:xfrm>
              <a:off x="6141280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4"/>
            <p:cNvSpPr/>
            <p:nvPr/>
          </p:nvSpPr>
          <p:spPr>
            <a:xfrm>
              <a:off x="6717093" y="3877742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4"/>
            <p:cNvSpPr/>
            <p:nvPr/>
          </p:nvSpPr>
          <p:spPr>
            <a:xfrm>
              <a:off x="6100916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4"/>
            <p:cNvSpPr/>
            <p:nvPr/>
          </p:nvSpPr>
          <p:spPr>
            <a:xfrm>
              <a:off x="6343516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4"/>
            <p:cNvSpPr/>
            <p:nvPr/>
          </p:nvSpPr>
          <p:spPr>
            <a:xfrm>
              <a:off x="6141280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4"/>
            <p:cNvSpPr/>
            <p:nvPr/>
          </p:nvSpPr>
          <p:spPr>
            <a:xfrm>
              <a:off x="6717093" y="6538813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4"/>
            <p:cNvSpPr/>
            <p:nvPr/>
          </p:nvSpPr>
          <p:spPr>
            <a:xfrm>
              <a:off x="6100916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4"/>
            <p:cNvSpPr/>
            <p:nvPr/>
          </p:nvSpPr>
          <p:spPr>
            <a:xfrm>
              <a:off x="6343516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4"/>
            <p:cNvSpPr/>
            <p:nvPr/>
          </p:nvSpPr>
          <p:spPr>
            <a:xfrm>
              <a:off x="6141280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54"/>
            <p:cNvSpPr/>
            <p:nvPr/>
          </p:nvSpPr>
          <p:spPr>
            <a:xfrm>
              <a:off x="6717093" y="9199885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4"/>
            <p:cNvSpPr/>
            <p:nvPr/>
          </p:nvSpPr>
          <p:spPr>
            <a:xfrm>
              <a:off x="6100916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4"/>
            <p:cNvSpPr/>
            <p:nvPr/>
          </p:nvSpPr>
          <p:spPr>
            <a:xfrm>
              <a:off x="6343516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4"/>
            <p:cNvSpPr/>
            <p:nvPr/>
          </p:nvSpPr>
          <p:spPr>
            <a:xfrm>
              <a:off x="9540082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54"/>
            <p:cNvSpPr/>
            <p:nvPr/>
          </p:nvSpPr>
          <p:spPr>
            <a:xfrm>
              <a:off x="9862845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4"/>
            <p:cNvSpPr/>
            <p:nvPr/>
          </p:nvSpPr>
          <p:spPr>
            <a:xfrm>
              <a:off x="10438658" y="3877742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54"/>
            <p:cNvSpPr/>
            <p:nvPr/>
          </p:nvSpPr>
          <p:spPr>
            <a:xfrm>
              <a:off x="9822481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4"/>
            <p:cNvSpPr/>
            <p:nvPr/>
          </p:nvSpPr>
          <p:spPr>
            <a:xfrm>
              <a:off x="10065081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54"/>
            <p:cNvSpPr/>
            <p:nvPr/>
          </p:nvSpPr>
          <p:spPr>
            <a:xfrm>
              <a:off x="9862845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4"/>
            <p:cNvSpPr/>
            <p:nvPr/>
          </p:nvSpPr>
          <p:spPr>
            <a:xfrm>
              <a:off x="10438658" y="6538813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4"/>
            <p:cNvSpPr/>
            <p:nvPr/>
          </p:nvSpPr>
          <p:spPr>
            <a:xfrm>
              <a:off x="9822481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54"/>
            <p:cNvSpPr/>
            <p:nvPr/>
          </p:nvSpPr>
          <p:spPr>
            <a:xfrm>
              <a:off x="10065081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54"/>
            <p:cNvSpPr/>
            <p:nvPr/>
          </p:nvSpPr>
          <p:spPr>
            <a:xfrm>
              <a:off x="9862845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4"/>
            <p:cNvSpPr/>
            <p:nvPr/>
          </p:nvSpPr>
          <p:spPr>
            <a:xfrm>
              <a:off x="10438658" y="9199885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54"/>
            <p:cNvSpPr/>
            <p:nvPr/>
          </p:nvSpPr>
          <p:spPr>
            <a:xfrm>
              <a:off x="9822481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54"/>
            <p:cNvSpPr/>
            <p:nvPr/>
          </p:nvSpPr>
          <p:spPr>
            <a:xfrm>
              <a:off x="10065081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54"/>
            <p:cNvSpPr/>
            <p:nvPr/>
          </p:nvSpPr>
          <p:spPr>
            <a:xfrm>
              <a:off x="13261647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54"/>
            <p:cNvSpPr/>
            <p:nvPr/>
          </p:nvSpPr>
          <p:spPr>
            <a:xfrm>
              <a:off x="13584410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54"/>
            <p:cNvSpPr/>
            <p:nvPr/>
          </p:nvSpPr>
          <p:spPr>
            <a:xfrm>
              <a:off x="14160223" y="3877742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4"/>
            <p:cNvSpPr/>
            <p:nvPr/>
          </p:nvSpPr>
          <p:spPr>
            <a:xfrm>
              <a:off x="13544046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4"/>
            <p:cNvSpPr/>
            <p:nvPr/>
          </p:nvSpPr>
          <p:spPr>
            <a:xfrm>
              <a:off x="13786647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54"/>
            <p:cNvSpPr/>
            <p:nvPr/>
          </p:nvSpPr>
          <p:spPr>
            <a:xfrm>
              <a:off x="13584410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4"/>
            <p:cNvSpPr/>
            <p:nvPr/>
          </p:nvSpPr>
          <p:spPr>
            <a:xfrm>
              <a:off x="14160223" y="6538813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4"/>
            <p:cNvSpPr/>
            <p:nvPr/>
          </p:nvSpPr>
          <p:spPr>
            <a:xfrm>
              <a:off x="13544046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4"/>
            <p:cNvSpPr/>
            <p:nvPr/>
          </p:nvSpPr>
          <p:spPr>
            <a:xfrm>
              <a:off x="13786647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4"/>
            <p:cNvSpPr/>
            <p:nvPr/>
          </p:nvSpPr>
          <p:spPr>
            <a:xfrm>
              <a:off x="13584410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4"/>
            <p:cNvSpPr/>
            <p:nvPr/>
          </p:nvSpPr>
          <p:spPr>
            <a:xfrm>
              <a:off x="14160223" y="9199885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4"/>
            <p:cNvSpPr/>
            <p:nvPr/>
          </p:nvSpPr>
          <p:spPr>
            <a:xfrm>
              <a:off x="13544046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54"/>
            <p:cNvSpPr/>
            <p:nvPr/>
          </p:nvSpPr>
          <p:spPr>
            <a:xfrm>
              <a:off x="13786647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54"/>
            <p:cNvSpPr/>
            <p:nvPr/>
          </p:nvSpPr>
          <p:spPr>
            <a:xfrm>
              <a:off x="16983212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54"/>
            <p:cNvSpPr/>
            <p:nvPr/>
          </p:nvSpPr>
          <p:spPr>
            <a:xfrm>
              <a:off x="17305975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4"/>
            <p:cNvSpPr/>
            <p:nvPr/>
          </p:nvSpPr>
          <p:spPr>
            <a:xfrm>
              <a:off x="17881789" y="3877742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4"/>
            <p:cNvSpPr/>
            <p:nvPr/>
          </p:nvSpPr>
          <p:spPr>
            <a:xfrm>
              <a:off x="17265611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54"/>
            <p:cNvSpPr/>
            <p:nvPr/>
          </p:nvSpPr>
          <p:spPr>
            <a:xfrm>
              <a:off x="17508212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54"/>
            <p:cNvSpPr/>
            <p:nvPr/>
          </p:nvSpPr>
          <p:spPr>
            <a:xfrm>
              <a:off x="17305975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4"/>
            <p:cNvSpPr/>
            <p:nvPr/>
          </p:nvSpPr>
          <p:spPr>
            <a:xfrm>
              <a:off x="17881789" y="6538813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4"/>
            <p:cNvSpPr/>
            <p:nvPr/>
          </p:nvSpPr>
          <p:spPr>
            <a:xfrm>
              <a:off x="17265611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4"/>
            <p:cNvSpPr/>
            <p:nvPr/>
          </p:nvSpPr>
          <p:spPr>
            <a:xfrm>
              <a:off x="17508212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54"/>
            <p:cNvSpPr/>
            <p:nvPr/>
          </p:nvSpPr>
          <p:spPr>
            <a:xfrm>
              <a:off x="17305975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4"/>
            <p:cNvSpPr/>
            <p:nvPr/>
          </p:nvSpPr>
          <p:spPr>
            <a:xfrm>
              <a:off x="17881789" y="9199885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54"/>
            <p:cNvSpPr/>
            <p:nvPr/>
          </p:nvSpPr>
          <p:spPr>
            <a:xfrm>
              <a:off x="17265611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54"/>
            <p:cNvSpPr/>
            <p:nvPr/>
          </p:nvSpPr>
          <p:spPr>
            <a:xfrm>
              <a:off x="17508212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54"/>
            <p:cNvSpPr/>
            <p:nvPr/>
          </p:nvSpPr>
          <p:spPr>
            <a:xfrm>
              <a:off x="20704777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54"/>
            <p:cNvSpPr/>
            <p:nvPr/>
          </p:nvSpPr>
          <p:spPr>
            <a:xfrm>
              <a:off x="21027540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54"/>
            <p:cNvSpPr/>
            <p:nvPr/>
          </p:nvSpPr>
          <p:spPr>
            <a:xfrm>
              <a:off x="21603354" y="3877742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54"/>
            <p:cNvSpPr/>
            <p:nvPr/>
          </p:nvSpPr>
          <p:spPr>
            <a:xfrm>
              <a:off x="20987176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54"/>
            <p:cNvSpPr/>
            <p:nvPr/>
          </p:nvSpPr>
          <p:spPr>
            <a:xfrm>
              <a:off x="21229777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54"/>
            <p:cNvSpPr/>
            <p:nvPr/>
          </p:nvSpPr>
          <p:spPr>
            <a:xfrm>
              <a:off x="21027540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4"/>
            <p:cNvSpPr/>
            <p:nvPr/>
          </p:nvSpPr>
          <p:spPr>
            <a:xfrm>
              <a:off x="21603354" y="6538813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4"/>
            <p:cNvSpPr/>
            <p:nvPr/>
          </p:nvSpPr>
          <p:spPr>
            <a:xfrm>
              <a:off x="20987176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54"/>
            <p:cNvSpPr/>
            <p:nvPr/>
          </p:nvSpPr>
          <p:spPr>
            <a:xfrm>
              <a:off x="21229777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54"/>
            <p:cNvSpPr/>
            <p:nvPr/>
          </p:nvSpPr>
          <p:spPr>
            <a:xfrm>
              <a:off x="21027540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4"/>
            <p:cNvSpPr/>
            <p:nvPr/>
          </p:nvSpPr>
          <p:spPr>
            <a:xfrm>
              <a:off x="21603354" y="9199885"/>
              <a:ext cx="1134658" cy="1134516"/>
            </a:xfrm>
            <a:prstGeom prst="roundRect">
              <a:avLst>
                <a:gd name="adj" fmla="val 83822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4"/>
            <p:cNvSpPr/>
            <p:nvPr/>
          </p:nvSpPr>
          <p:spPr>
            <a:xfrm>
              <a:off x="20987176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54"/>
            <p:cNvSpPr/>
            <p:nvPr/>
          </p:nvSpPr>
          <p:spPr>
            <a:xfrm>
              <a:off x="21229777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lang="en-US" sz="700" b="0" i="0" u="none" strike="noStrike" cap="non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2" name="Google Shape;652;p5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43677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1009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35260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5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36826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5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0693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55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в одну строчку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6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56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56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56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56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56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438148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5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8148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6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56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56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56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6"/>
          <p:cNvSpPr/>
          <p:nvPr/>
        </p:nvSpPr>
        <p:spPr>
          <a:xfrm>
            <a:off x="2605074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4" name="Google Shape;704;p5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5074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6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56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56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56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6"/>
          <p:cNvSpPr/>
          <p:nvPr/>
        </p:nvSpPr>
        <p:spPr>
          <a:xfrm>
            <a:off x="4772001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5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2001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6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name="adj" fmla="val 463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56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56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6"/>
          <p:cNvSpPr/>
          <p:nvPr/>
        </p:nvSpPr>
        <p:spPr>
          <a:xfrm>
            <a:off x="6938927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6" name="Google Shape;716;p5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38927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6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строку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57"/>
          <p:cNvSpPr/>
          <p:nvPr/>
        </p:nvSpPr>
        <p:spPr>
          <a:xfrm>
            <a:off x="285749" y="1209852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57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57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7"/>
          <p:cNvSpPr/>
          <p:nvPr/>
        </p:nvSpPr>
        <p:spPr>
          <a:xfrm>
            <a:off x="438148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7"/>
          <p:cNvSpPr/>
          <p:nvPr/>
        </p:nvSpPr>
        <p:spPr>
          <a:xfrm>
            <a:off x="2452675" y="1209852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7"/>
          <p:cNvSpPr/>
          <p:nvPr/>
        </p:nvSpPr>
        <p:spPr>
          <a:xfrm>
            <a:off x="2605074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7"/>
          <p:cNvSpPr/>
          <p:nvPr/>
        </p:nvSpPr>
        <p:spPr>
          <a:xfrm>
            <a:off x="4619601" y="1209852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57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57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57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7"/>
          <p:cNvSpPr/>
          <p:nvPr/>
        </p:nvSpPr>
        <p:spPr>
          <a:xfrm>
            <a:off x="4772001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7"/>
          <p:cNvSpPr/>
          <p:nvPr/>
        </p:nvSpPr>
        <p:spPr>
          <a:xfrm>
            <a:off x="6786527" y="1209852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57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57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57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7"/>
          <p:cNvSpPr/>
          <p:nvPr/>
        </p:nvSpPr>
        <p:spPr>
          <a:xfrm>
            <a:off x="6938927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57"/>
          <p:cNvSpPr/>
          <p:nvPr/>
        </p:nvSpPr>
        <p:spPr>
          <a:xfrm>
            <a:off x="285749" y="2883653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57"/>
          <p:cNvSpPr/>
          <p:nvPr/>
        </p:nvSpPr>
        <p:spPr>
          <a:xfrm>
            <a:off x="438148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7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57"/>
          <p:cNvSpPr/>
          <p:nvPr/>
        </p:nvSpPr>
        <p:spPr>
          <a:xfrm>
            <a:off x="438148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7"/>
          <p:cNvSpPr/>
          <p:nvPr/>
        </p:nvSpPr>
        <p:spPr>
          <a:xfrm>
            <a:off x="438148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7"/>
          <p:cNvSpPr/>
          <p:nvPr/>
        </p:nvSpPr>
        <p:spPr>
          <a:xfrm>
            <a:off x="2452675" y="2883653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57"/>
          <p:cNvSpPr/>
          <p:nvPr/>
        </p:nvSpPr>
        <p:spPr>
          <a:xfrm>
            <a:off x="2605074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57"/>
          <p:cNvSpPr/>
          <p:nvPr/>
        </p:nvSpPr>
        <p:spPr>
          <a:xfrm>
            <a:off x="2605074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57"/>
          <p:cNvSpPr/>
          <p:nvPr/>
        </p:nvSpPr>
        <p:spPr>
          <a:xfrm>
            <a:off x="2605074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7"/>
          <p:cNvSpPr/>
          <p:nvPr/>
        </p:nvSpPr>
        <p:spPr>
          <a:xfrm>
            <a:off x="2605074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7"/>
          <p:cNvSpPr/>
          <p:nvPr/>
        </p:nvSpPr>
        <p:spPr>
          <a:xfrm>
            <a:off x="4619601" y="2883653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57"/>
          <p:cNvSpPr/>
          <p:nvPr/>
        </p:nvSpPr>
        <p:spPr>
          <a:xfrm>
            <a:off x="4772001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57"/>
          <p:cNvSpPr/>
          <p:nvPr/>
        </p:nvSpPr>
        <p:spPr>
          <a:xfrm>
            <a:off x="4772001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7"/>
          <p:cNvSpPr/>
          <p:nvPr/>
        </p:nvSpPr>
        <p:spPr>
          <a:xfrm>
            <a:off x="4772001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7"/>
          <p:cNvSpPr/>
          <p:nvPr/>
        </p:nvSpPr>
        <p:spPr>
          <a:xfrm>
            <a:off x="4772001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7"/>
          <p:cNvSpPr/>
          <p:nvPr/>
        </p:nvSpPr>
        <p:spPr>
          <a:xfrm>
            <a:off x="6786527" y="2883653"/>
            <a:ext cx="2071677" cy="1578563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57"/>
          <p:cNvSpPr/>
          <p:nvPr/>
        </p:nvSpPr>
        <p:spPr>
          <a:xfrm>
            <a:off x="6938927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57"/>
          <p:cNvSpPr/>
          <p:nvPr/>
        </p:nvSpPr>
        <p:spPr>
          <a:xfrm>
            <a:off x="6938927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57"/>
          <p:cNvSpPr/>
          <p:nvPr/>
        </p:nvSpPr>
        <p:spPr>
          <a:xfrm>
            <a:off x="6938927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7"/>
          <p:cNvSpPr/>
          <p:nvPr/>
        </p:nvSpPr>
        <p:spPr>
          <a:xfrm>
            <a:off x="6938927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7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58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327380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58"/>
          <p:cNvSpPr/>
          <p:nvPr/>
        </p:nvSpPr>
        <p:spPr>
          <a:xfrm>
            <a:off x="6216621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58"/>
          <p:cNvSpPr/>
          <p:nvPr/>
        </p:nvSpPr>
        <p:spPr>
          <a:xfrm>
            <a:off x="285749" y="2883653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58"/>
          <p:cNvSpPr/>
          <p:nvPr/>
        </p:nvSpPr>
        <p:spPr>
          <a:xfrm>
            <a:off x="438148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58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58"/>
          <p:cNvSpPr/>
          <p:nvPr/>
        </p:nvSpPr>
        <p:spPr>
          <a:xfrm>
            <a:off x="438148" y="3264604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8"/>
          <p:cNvSpPr/>
          <p:nvPr/>
        </p:nvSpPr>
        <p:spPr>
          <a:xfrm>
            <a:off x="438148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8"/>
          <p:cNvSpPr/>
          <p:nvPr/>
        </p:nvSpPr>
        <p:spPr>
          <a:xfrm>
            <a:off x="3174981" y="2883653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58"/>
          <p:cNvSpPr/>
          <p:nvPr/>
        </p:nvSpPr>
        <p:spPr>
          <a:xfrm>
            <a:off x="3327380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58"/>
          <p:cNvSpPr/>
          <p:nvPr/>
        </p:nvSpPr>
        <p:spPr>
          <a:xfrm>
            <a:off x="3327380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58"/>
          <p:cNvSpPr/>
          <p:nvPr/>
        </p:nvSpPr>
        <p:spPr>
          <a:xfrm>
            <a:off x="3327380" y="3264604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8"/>
          <p:cNvSpPr/>
          <p:nvPr/>
        </p:nvSpPr>
        <p:spPr>
          <a:xfrm>
            <a:off x="3327380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8"/>
          <p:cNvSpPr/>
          <p:nvPr/>
        </p:nvSpPr>
        <p:spPr>
          <a:xfrm>
            <a:off x="6064222" y="2883653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58"/>
          <p:cNvSpPr/>
          <p:nvPr/>
        </p:nvSpPr>
        <p:spPr>
          <a:xfrm>
            <a:off x="6216621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58"/>
          <p:cNvSpPr/>
          <p:nvPr/>
        </p:nvSpPr>
        <p:spPr>
          <a:xfrm>
            <a:off x="6216621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58"/>
          <p:cNvSpPr/>
          <p:nvPr/>
        </p:nvSpPr>
        <p:spPr>
          <a:xfrm>
            <a:off x="6216621" y="3264604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8"/>
          <p:cNvSpPr/>
          <p:nvPr/>
        </p:nvSpPr>
        <p:spPr>
          <a:xfrm>
            <a:off x="6216621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8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5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59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59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9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9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59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9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9"/>
          <p:cNvSpPr/>
          <p:nvPr/>
        </p:nvSpPr>
        <p:spPr>
          <a:xfrm>
            <a:off x="3174990" y="1209852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59"/>
          <p:cNvSpPr/>
          <p:nvPr/>
        </p:nvSpPr>
        <p:spPr>
          <a:xfrm>
            <a:off x="3327389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9"/>
          <p:cNvSpPr/>
          <p:nvPr/>
        </p:nvSpPr>
        <p:spPr>
          <a:xfrm>
            <a:off x="3327389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9"/>
          <p:cNvSpPr/>
          <p:nvPr/>
        </p:nvSpPr>
        <p:spPr>
          <a:xfrm>
            <a:off x="3327389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9"/>
          <p:cNvSpPr/>
          <p:nvPr/>
        </p:nvSpPr>
        <p:spPr>
          <a:xfrm>
            <a:off x="3327389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9"/>
          <p:cNvSpPr/>
          <p:nvPr/>
        </p:nvSpPr>
        <p:spPr>
          <a:xfrm>
            <a:off x="6064213" y="1209852"/>
            <a:ext cx="279398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59"/>
          <p:cNvSpPr/>
          <p:nvPr/>
        </p:nvSpPr>
        <p:spPr>
          <a:xfrm>
            <a:off x="6216612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59"/>
          <p:cNvSpPr/>
          <p:nvPr/>
        </p:nvSpPr>
        <p:spPr>
          <a:xfrm>
            <a:off x="6216612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59"/>
          <p:cNvSpPr/>
          <p:nvPr/>
        </p:nvSpPr>
        <p:spPr>
          <a:xfrm>
            <a:off x="6216612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9"/>
          <p:cNvSpPr/>
          <p:nvPr/>
        </p:nvSpPr>
        <p:spPr>
          <a:xfrm>
            <a:off x="6216612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9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9"/>
          <p:cNvSpPr/>
          <p:nvPr/>
        </p:nvSpPr>
        <p:spPr>
          <a:xfrm>
            <a:off x="285749" y="2883653"/>
            <a:ext cx="2794001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9"/>
          <p:cNvSpPr/>
          <p:nvPr/>
        </p:nvSpPr>
        <p:spPr>
          <a:xfrm>
            <a:off x="438148" y="3036033"/>
            <a:ext cx="2489203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9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9"/>
          <p:cNvSpPr/>
          <p:nvPr/>
        </p:nvSpPr>
        <p:spPr>
          <a:xfrm>
            <a:off x="438148" y="3264604"/>
            <a:ext cx="2540003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9"/>
          <p:cNvSpPr/>
          <p:nvPr/>
        </p:nvSpPr>
        <p:spPr>
          <a:xfrm>
            <a:off x="438148" y="3493174"/>
            <a:ext cx="2527303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9"/>
          <p:cNvSpPr/>
          <p:nvPr/>
        </p:nvSpPr>
        <p:spPr>
          <a:xfrm>
            <a:off x="3175008" y="2883653"/>
            <a:ext cx="5683205" cy="1578563"/>
          </a:xfrm>
          <a:prstGeom prst="roundRect">
            <a:avLst>
              <a:gd name="adj" fmla="val 608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9" name="Google Shape;839;p59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6276" y="2986033"/>
            <a:ext cx="4171928" cy="1476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9522" y="2986033"/>
            <a:ext cx="4028682" cy="14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9"/>
          <p:cNvSpPr/>
          <p:nvPr/>
        </p:nvSpPr>
        <p:spPr>
          <a:xfrm>
            <a:off x="3327408" y="3036033"/>
            <a:ext cx="2514587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59"/>
          <p:cNvSpPr/>
          <p:nvPr/>
        </p:nvSpPr>
        <p:spPr>
          <a:xfrm>
            <a:off x="3327408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59"/>
          <p:cNvSpPr/>
          <p:nvPr/>
        </p:nvSpPr>
        <p:spPr>
          <a:xfrm>
            <a:off x="3327408" y="3264604"/>
            <a:ext cx="2565387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9"/>
          <p:cNvSpPr/>
          <p:nvPr/>
        </p:nvSpPr>
        <p:spPr>
          <a:xfrm>
            <a:off x="3327408" y="3493174"/>
            <a:ext cx="2552687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</a:t>
            </a:r>
            <a:r>
              <a:rPr lang="en-US" sz="900" b="0" i="0" u="none" strike="noStrike" cap="none" dirty="0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высокий</a:t>
            </a:r>
            <a:r>
              <a:rPr lang="en-US" sz="900" b="0" i="0" u="none" strike="noStrike" cap="none" dirty="0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уровень</a:t>
            </a:r>
            <a:r>
              <a:rPr lang="en-US" sz="900" b="0" i="0" u="none" strike="noStrike" cap="none" dirty="0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защищенности</a:t>
            </a:r>
            <a:r>
              <a:rPr lang="en-US" sz="900" b="0" i="0" u="none" strike="noStrike" cap="none" dirty="0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инфраструктуры</a:t>
            </a:r>
            <a:r>
              <a:rPr lang="en-US" sz="900" b="0" i="0" u="none" strike="noStrike" cap="none" dirty="0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 и </a:t>
            </a: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соответствие</a:t>
            </a:r>
            <a:r>
              <a:rPr lang="en-US" sz="900" b="0" i="0" u="none" strike="noStrike" cap="none" dirty="0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900" b="0" i="0" u="none" strike="noStrike" cap="none" dirty="0" err="1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стандартам</a:t>
            </a:r>
            <a:endParaRPr sz="900" b="0" i="0" u="none" strike="noStrike" cap="none" dirty="0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9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60"/>
          <p:cNvSpPr/>
          <p:nvPr/>
        </p:nvSpPr>
        <p:spPr>
          <a:xfrm>
            <a:off x="438148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60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60"/>
          <p:cNvSpPr/>
          <p:nvPr/>
        </p:nvSpPr>
        <p:spPr>
          <a:xfrm>
            <a:off x="438148" y="1590803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3809980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60"/>
          <p:cNvSpPr/>
          <p:nvPr/>
        </p:nvSpPr>
        <p:spPr>
          <a:xfrm>
            <a:off x="3809981" y="13622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60"/>
          <p:cNvSpPr/>
          <p:nvPr/>
        </p:nvSpPr>
        <p:spPr>
          <a:xfrm>
            <a:off x="3809980" y="1590803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60"/>
          <p:cNvSpPr/>
          <p:nvPr/>
        </p:nvSpPr>
        <p:spPr>
          <a:xfrm>
            <a:off x="438148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60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60"/>
          <p:cNvSpPr/>
          <p:nvPr/>
        </p:nvSpPr>
        <p:spPr>
          <a:xfrm>
            <a:off x="438148" y="3264604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0"/>
          <p:cNvSpPr/>
          <p:nvPr/>
        </p:nvSpPr>
        <p:spPr>
          <a:xfrm>
            <a:off x="3809980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60"/>
          <p:cNvSpPr/>
          <p:nvPr/>
        </p:nvSpPr>
        <p:spPr>
          <a:xfrm>
            <a:off x="3809981" y="3036033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60"/>
          <p:cNvSpPr/>
          <p:nvPr/>
        </p:nvSpPr>
        <p:spPr>
          <a:xfrm>
            <a:off x="3809980" y="3264604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одну или две строчки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0" name="Google Shape;880;p6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6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4" name="Google Shape;884;p6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6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1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1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8" name="Google Shape;888;p6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3014605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6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88" y="3032633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1"/>
          <p:cNvSpPr/>
          <p:nvPr/>
        </p:nvSpPr>
        <p:spPr>
          <a:xfrm>
            <a:off x="285749" y="3657458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61"/>
          <p:cNvSpPr/>
          <p:nvPr/>
        </p:nvSpPr>
        <p:spPr>
          <a:xfrm>
            <a:off x="285749" y="3657458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2" name="Google Shape;892;p6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3819362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6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88" y="3837390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/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1"/>
          <p:cNvSpPr/>
          <p:nvPr/>
        </p:nvSpPr>
        <p:spPr>
          <a:xfrm>
            <a:off x="1019170" y="3829201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2"/>
          <p:cNvSpPr/>
          <p:nvPr/>
        </p:nvSpPr>
        <p:spPr>
          <a:xfrm>
            <a:off x="285749" y="286048"/>
            <a:ext cx="8553405" cy="3941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62"/>
          <p:cNvSpPr/>
          <p:nvPr/>
        </p:nvSpPr>
        <p:spPr>
          <a:xfrm>
            <a:off x="285749" y="1209852"/>
            <a:ext cx="8553405" cy="301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в одну строчку</a:t>
            </a:r>
            <a:endParaRPr/>
          </a:p>
        </p:txBody>
      </p:sp>
      <p:grpSp>
        <p:nvGrpSpPr>
          <p:cNvPr id="907" name="Google Shape;907;p62"/>
          <p:cNvGrpSpPr/>
          <p:nvPr/>
        </p:nvGrpSpPr>
        <p:grpSpPr>
          <a:xfrm>
            <a:off x="514283" y="1457949"/>
            <a:ext cx="1616024" cy="2313526"/>
            <a:chOff x="514283" y="1457949"/>
            <a:chExt cx="1616024" cy="2313526"/>
          </a:xfrm>
        </p:grpSpPr>
        <p:pic>
          <p:nvPicPr>
            <p:cNvPr id="908" name="Google Shape;908;p6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900" b="0" i="0" u="none" strike="noStrike" cap="non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u="none" strike="noStrike" cap="non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600" b="0" i="0" u="none" strike="noStrike" cap="non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62"/>
          <p:cNvGrpSpPr/>
          <p:nvPr/>
        </p:nvGrpSpPr>
        <p:grpSpPr>
          <a:xfrm>
            <a:off x="2661960" y="1457949"/>
            <a:ext cx="1616024" cy="2313526"/>
            <a:chOff x="514283" y="1457949"/>
            <a:chExt cx="1616024" cy="2313526"/>
          </a:xfrm>
        </p:grpSpPr>
        <p:pic>
          <p:nvPicPr>
            <p:cNvPr id="920" name="Google Shape;920;p6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900" b="0" i="0" u="none" strike="noStrike" cap="non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u="none" strike="noStrike" cap="non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600" b="0" i="0" u="none" strike="noStrike" cap="non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1" name="Google Shape;931;p62"/>
          <p:cNvGrpSpPr/>
          <p:nvPr/>
        </p:nvGrpSpPr>
        <p:grpSpPr>
          <a:xfrm>
            <a:off x="4811431" y="1457949"/>
            <a:ext cx="1616024" cy="2313526"/>
            <a:chOff x="514283" y="1457949"/>
            <a:chExt cx="1616024" cy="2313526"/>
          </a:xfrm>
        </p:grpSpPr>
        <p:pic>
          <p:nvPicPr>
            <p:cNvPr id="932" name="Google Shape;932;p6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900" b="0" i="0" u="none" strike="noStrike" cap="non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u="none" strike="noStrike" cap="non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600" b="0" i="0" u="none" strike="noStrike" cap="non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3" name="Google Shape;943;p62"/>
          <p:cNvGrpSpPr/>
          <p:nvPr/>
        </p:nvGrpSpPr>
        <p:grpSpPr>
          <a:xfrm>
            <a:off x="6980519" y="1457949"/>
            <a:ext cx="1616024" cy="2313526"/>
            <a:chOff x="514283" y="1457949"/>
            <a:chExt cx="1616024" cy="2313526"/>
          </a:xfrm>
        </p:grpSpPr>
        <p:pic>
          <p:nvPicPr>
            <p:cNvPr id="944" name="Google Shape;944;p6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48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8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900" b="0" i="0" u="none" strike="noStrike" cap="non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u="none" strike="noStrike" cap="non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sz="600" b="0" i="0" u="none" strike="noStrike" cap="non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name="adj" fmla="val 16667"/>
              </a:avLst>
            </a:prstGeom>
            <a:solidFill>
              <a:srgbClr val="8F8F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3"/>
          <p:cNvSpPr/>
          <p:nvPr/>
        </p:nvSpPr>
        <p:spPr>
          <a:xfrm>
            <a:off x="285748" y="286048"/>
            <a:ext cx="8572456" cy="411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63"/>
          <p:cNvSpPr/>
          <p:nvPr/>
        </p:nvSpPr>
        <p:spPr>
          <a:xfrm>
            <a:off x="285748" y="981282"/>
            <a:ext cx="8572456" cy="341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2" name="Google Shape;962;p6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981282"/>
            <a:ext cx="4286228" cy="16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63"/>
          <p:cNvSpPr/>
          <p:nvPr/>
        </p:nvSpPr>
        <p:spPr>
          <a:xfrm>
            <a:off x="685797" y="1133662"/>
            <a:ext cx="3733781" cy="136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3"/>
          <p:cNvSpPr/>
          <p:nvPr/>
        </p:nvSpPr>
        <p:spPr>
          <a:xfrm>
            <a:off x="685797" y="1474640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63"/>
          <p:cNvSpPr/>
          <p:nvPr/>
        </p:nvSpPr>
        <p:spPr>
          <a:xfrm>
            <a:off x="685797" y="1474640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3"/>
          <p:cNvSpPr/>
          <p:nvPr/>
        </p:nvSpPr>
        <p:spPr>
          <a:xfrm>
            <a:off x="685797" y="1474640"/>
            <a:ext cx="3957838" cy="45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1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70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3"/>
          <p:cNvSpPr/>
          <p:nvPr/>
        </p:nvSpPr>
        <p:spPr>
          <a:xfrm>
            <a:off x="685797" y="1940298"/>
            <a:ext cx="3919665" cy="29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3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Подзаголовок</a:t>
            </a:r>
            <a:endParaRPr sz="1803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8" name="Google Shape;968;p6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76" y="981282"/>
            <a:ext cx="4286228" cy="16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63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0076" y="1019377"/>
            <a:ext cx="4210028" cy="1590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63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73031" y="2064228"/>
            <a:ext cx="719700" cy="545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6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2733654"/>
            <a:ext cx="4286228" cy="16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3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49" y="2771749"/>
            <a:ext cx="4210028" cy="1590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76" y="2733654"/>
            <a:ext cx="4286228" cy="16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3"/>
          <p:cNvSpPr/>
          <p:nvPr/>
        </p:nvSpPr>
        <p:spPr>
          <a:xfrm>
            <a:off x="4905350" y="2886034"/>
            <a:ext cx="3619481" cy="136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63"/>
          <p:cNvSpPr/>
          <p:nvPr/>
        </p:nvSpPr>
        <p:spPr>
          <a:xfrm>
            <a:off x="4905350" y="3227011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63"/>
          <p:cNvSpPr/>
          <p:nvPr/>
        </p:nvSpPr>
        <p:spPr>
          <a:xfrm>
            <a:off x="4905350" y="3227011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63"/>
          <p:cNvSpPr/>
          <p:nvPr/>
        </p:nvSpPr>
        <p:spPr>
          <a:xfrm>
            <a:off x="4905350" y="3227011"/>
            <a:ext cx="3957838" cy="45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1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270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3"/>
          <p:cNvSpPr/>
          <p:nvPr/>
        </p:nvSpPr>
        <p:spPr>
          <a:xfrm>
            <a:off x="4905349" y="3692670"/>
            <a:ext cx="3919665" cy="29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3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Подзаголовок</a:t>
            </a:r>
            <a:endParaRPr sz="1803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63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3"/>
          <p:cNvSpPr txBox="1">
            <a:spLocks noGrp="1"/>
          </p:cNvSpPr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строчку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6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71665" y="1209852"/>
            <a:ext cx="2514587" cy="1795229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64"/>
          <p:cNvSpPr/>
          <p:nvPr/>
        </p:nvSpPr>
        <p:spPr>
          <a:xfrm>
            <a:off x="285748" y="286048"/>
            <a:ext cx="8572456" cy="415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285748" y="1209852"/>
            <a:ext cx="8572456" cy="3228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285748" y="1209852"/>
            <a:ext cx="8572456" cy="1795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0" name="Google Shape;990;p6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209852"/>
            <a:ext cx="4200503" cy="179522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64"/>
          <p:cNvSpPr/>
          <p:nvPr/>
        </p:nvSpPr>
        <p:spPr>
          <a:xfrm>
            <a:off x="457198" y="1381280"/>
            <a:ext cx="2362188" cy="19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64"/>
          <p:cNvSpPr/>
          <p:nvPr/>
        </p:nvSpPr>
        <p:spPr>
          <a:xfrm>
            <a:off x="457197" y="1381280"/>
            <a:ext cx="2522525" cy="24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187F6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64"/>
          <p:cNvSpPr/>
          <p:nvPr/>
        </p:nvSpPr>
        <p:spPr>
          <a:xfrm>
            <a:off x="457198" y="1708659"/>
            <a:ext cx="2357425" cy="3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64"/>
          <p:cNvSpPr/>
          <p:nvPr/>
        </p:nvSpPr>
        <p:spPr>
          <a:xfrm>
            <a:off x="457198" y="1708659"/>
            <a:ext cx="301430" cy="301393"/>
          </a:xfrm>
          <a:prstGeom prst="roundRect">
            <a:avLst>
              <a:gd name="adj" fmla="val 32990"/>
            </a:avLst>
          </a:prstGeom>
          <a:solidFill>
            <a:srgbClr val="005E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5" name="Google Shape;995;p6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327" y="1789806"/>
            <a:ext cx="139122" cy="13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64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736" y="1807196"/>
            <a:ext cx="114281" cy="1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64"/>
          <p:cNvSpPr/>
          <p:nvPr/>
        </p:nvSpPr>
        <p:spPr>
          <a:xfrm>
            <a:off x="901503" y="1799832"/>
            <a:ext cx="1252369" cy="15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8" name="Google Shape;998;p64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7701" y="1209852"/>
            <a:ext cx="4200503" cy="179522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64"/>
          <p:cNvSpPr/>
          <p:nvPr/>
        </p:nvSpPr>
        <p:spPr>
          <a:xfrm>
            <a:off x="4829150" y="1381280"/>
            <a:ext cx="3348020" cy="19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64"/>
          <p:cNvSpPr/>
          <p:nvPr/>
        </p:nvSpPr>
        <p:spPr>
          <a:xfrm>
            <a:off x="4829150" y="1381280"/>
            <a:ext cx="3398820" cy="24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187F6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64"/>
          <p:cNvSpPr/>
          <p:nvPr/>
        </p:nvSpPr>
        <p:spPr>
          <a:xfrm>
            <a:off x="4829150" y="1708659"/>
            <a:ext cx="3348020" cy="73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64"/>
          <p:cNvSpPr/>
          <p:nvPr/>
        </p:nvSpPr>
        <p:spPr>
          <a:xfrm>
            <a:off x="4829150" y="1708659"/>
            <a:ext cx="3333733" cy="3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64"/>
          <p:cNvSpPr/>
          <p:nvPr/>
        </p:nvSpPr>
        <p:spPr>
          <a:xfrm>
            <a:off x="4829151" y="1708659"/>
            <a:ext cx="301430" cy="301393"/>
          </a:xfrm>
          <a:prstGeom prst="roundRect">
            <a:avLst>
              <a:gd name="adj" fmla="val 32990"/>
            </a:avLst>
          </a:prstGeom>
          <a:solidFill>
            <a:srgbClr val="005E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4" name="Google Shape;1004;p6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0279" y="1789806"/>
            <a:ext cx="139122" cy="13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64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2688" y="1807196"/>
            <a:ext cx="114281" cy="1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64"/>
          <p:cNvSpPr/>
          <p:nvPr/>
        </p:nvSpPr>
        <p:spPr>
          <a:xfrm>
            <a:off x="5273456" y="1799832"/>
            <a:ext cx="2943048" cy="15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64"/>
          <p:cNvSpPr/>
          <p:nvPr/>
        </p:nvSpPr>
        <p:spPr>
          <a:xfrm>
            <a:off x="4829150" y="2143384"/>
            <a:ext cx="3348020" cy="3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64"/>
          <p:cNvSpPr/>
          <p:nvPr/>
        </p:nvSpPr>
        <p:spPr>
          <a:xfrm>
            <a:off x="4829151" y="2143384"/>
            <a:ext cx="301430" cy="301393"/>
          </a:xfrm>
          <a:prstGeom prst="roundRect">
            <a:avLst>
              <a:gd name="adj" fmla="val 32990"/>
            </a:avLst>
          </a:prstGeom>
          <a:solidFill>
            <a:srgbClr val="005E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9" name="Google Shape;1009;p6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0279" y="2224531"/>
            <a:ext cx="139122" cy="13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64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2688" y="2241921"/>
            <a:ext cx="114281" cy="1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64"/>
          <p:cNvSpPr/>
          <p:nvPr/>
        </p:nvSpPr>
        <p:spPr>
          <a:xfrm>
            <a:off x="5273456" y="2234557"/>
            <a:ext cx="2852561" cy="15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4"/>
          <p:cNvSpPr/>
          <p:nvPr/>
        </p:nvSpPr>
        <p:spPr>
          <a:xfrm>
            <a:off x="285748" y="3176509"/>
            <a:ext cx="8572456" cy="126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3" name="Google Shape;1013;p64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3176509"/>
            <a:ext cx="4200503" cy="126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64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7701" y="3176509"/>
            <a:ext cx="4200503" cy="126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64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9821" y="3845578"/>
            <a:ext cx="84199" cy="8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64"/>
          <p:cNvSpPr/>
          <p:nvPr/>
        </p:nvSpPr>
        <p:spPr>
          <a:xfrm rot="-4218">
            <a:off x="4968643" y="3843339"/>
            <a:ext cx="3119833" cy="10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3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5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4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  <p:sp>
        <p:nvSpPr>
          <p:cNvPr id="1018" name="Google Shape;1018;p64"/>
          <p:cNvSpPr/>
          <p:nvPr/>
        </p:nvSpPr>
        <p:spPr>
          <a:xfrm>
            <a:off x="458341" y="336260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64"/>
          <p:cNvSpPr/>
          <p:nvPr/>
        </p:nvSpPr>
        <p:spPr>
          <a:xfrm>
            <a:off x="457197" y="353248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64"/>
          <p:cNvSpPr/>
          <p:nvPr/>
        </p:nvSpPr>
        <p:spPr>
          <a:xfrm>
            <a:off x="4829150" y="336260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4"/>
          <p:cNvSpPr/>
          <p:nvPr/>
        </p:nvSpPr>
        <p:spPr>
          <a:xfrm>
            <a:off x="4828006" y="353248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name="adj" fmla="val 34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Google Shape;1028;p6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name="adj" fmla="val 34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0" name="Google Shape;1030;p6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name="adj" fmla="val 34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476248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elit, sed do eiusmod tempor incididunt ut labore et dolore magna aliqua.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8" name="Google Shape;1038;p6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6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3365479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elit, sed do eiusmod tempor incididunt ut labore et dolore magna aliqua.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4" name="Google Shape;1044;p6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name="adj" fmla="val 31500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65"/>
          <p:cNvSpPr/>
          <p:nvPr/>
        </p:nvSpPr>
        <p:spPr>
          <a:xfrm>
            <a:off x="6254721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elit, sed do eiusmod tempor incididunt ut labore et dolore magna aliqua.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9" name="Google Shape;1049;p6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одну или две строчки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name="adj" fmla="val 1036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92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name="adj" fmla="val 1036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92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name="adj" fmla="val 1036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92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name="adj" fmla="val 1036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66"/>
          <p:cNvSpPr/>
          <p:nvPr/>
        </p:nvSpPr>
        <p:spPr>
          <a:xfrm>
            <a:off x="4048160" y="40441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66"/>
          <p:cNvSpPr/>
          <p:nvPr/>
        </p:nvSpPr>
        <p:spPr>
          <a:xfrm>
            <a:off x="4048160" y="4044115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sz="992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строки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67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7502" y="1924134"/>
            <a:ext cx="1895465" cy="229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67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986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67"/>
          <p:cNvSpPr/>
          <p:nvPr/>
        </p:nvSpPr>
        <p:spPr>
          <a:xfrm>
            <a:off x="428623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2" name="Google Shape;1082;p67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6400" y="3930876"/>
            <a:ext cx="241137" cy="119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67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66962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67"/>
          <p:cNvSpPr/>
          <p:nvPr/>
        </p:nvSpPr>
        <p:spPr>
          <a:xfrm>
            <a:off x="2614600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5" name="Google Shape;1085;p67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375" y="3930876"/>
            <a:ext cx="253286" cy="119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67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3414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67"/>
          <p:cNvSpPr/>
          <p:nvPr/>
        </p:nvSpPr>
        <p:spPr>
          <a:xfrm>
            <a:off x="4791051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8" name="Google Shape;1088;p67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8826" y="3930876"/>
            <a:ext cx="264020" cy="119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67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9865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67"/>
          <p:cNvSpPr/>
          <p:nvPr/>
        </p:nvSpPr>
        <p:spPr>
          <a:xfrm>
            <a:off x="6967502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1" name="Google Shape;1091;p67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5278" y="3930876"/>
            <a:ext cx="273247" cy="119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67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67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строку</a:t>
            </a:r>
            <a:endParaRPr/>
          </a:p>
        </p:txBody>
      </p:sp>
      <p:sp>
        <p:nvSpPr>
          <p:cNvPr id="1094" name="Google Shape;1094;p67"/>
          <p:cNvSpPr/>
          <p:nvPr/>
        </p:nvSpPr>
        <p:spPr>
          <a:xfrm>
            <a:off x="428623" y="169524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7"/>
          <p:cNvSpPr/>
          <p:nvPr/>
        </p:nvSpPr>
        <p:spPr>
          <a:xfrm>
            <a:off x="428623" y="193158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7"/>
          <p:cNvSpPr/>
          <p:nvPr/>
        </p:nvSpPr>
        <p:spPr>
          <a:xfrm>
            <a:off x="2614600" y="169029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7"/>
          <p:cNvSpPr/>
          <p:nvPr/>
        </p:nvSpPr>
        <p:spPr>
          <a:xfrm>
            <a:off x="2614600" y="192663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7"/>
          <p:cNvSpPr/>
          <p:nvPr/>
        </p:nvSpPr>
        <p:spPr>
          <a:xfrm>
            <a:off x="4791051" y="169524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7"/>
          <p:cNvSpPr/>
          <p:nvPr/>
        </p:nvSpPr>
        <p:spPr>
          <a:xfrm>
            <a:off x="4791051" y="193158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67"/>
          <p:cNvSpPr/>
          <p:nvPr/>
        </p:nvSpPr>
        <p:spPr>
          <a:xfrm>
            <a:off x="6967502" y="169524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67"/>
          <p:cNvSpPr/>
          <p:nvPr/>
        </p:nvSpPr>
        <p:spPr>
          <a:xfrm>
            <a:off x="6967502" y="193158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-190499" y="1238424"/>
            <a:ext cx="9529712" cy="36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6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  <p:sp>
        <p:nvSpPr>
          <p:cNvPr id="1110" name="Google Shape;1110;p68"/>
          <p:cNvSpPr/>
          <p:nvPr/>
        </p:nvSpPr>
        <p:spPr>
          <a:xfrm>
            <a:off x="663829" y="307044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68"/>
          <p:cNvSpPr/>
          <p:nvPr/>
        </p:nvSpPr>
        <p:spPr>
          <a:xfrm rot="186848">
            <a:off x="2492628" y="3773224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8"/>
          <p:cNvSpPr/>
          <p:nvPr/>
        </p:nvSpPr>
        <p:spPr>
          <a:xfrm rot="-234392">
            <a:off x="5232954" y="2869689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8"/>
          <p:cNvSpPr/>
          <p:nvPr/>
        </p:nvSpPr>
        <p:spPr>
          <a:xfrm rot="492491">
            <a:off x="6989867" y="365958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3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2" name="Google Shape;1122;p69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209852"/>
            <a:ext cx="3276583" cy="3252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8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Тестирование оборудования </a:t>
            </a: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8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 софта до покупки</a:t>
            </a: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5" name="Google Shape;1125;p6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7581" y="1209852"/>
            <a:ext cx="5200623" cy="157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69"/>
          <p:cNvSpPr/>
          <p:nvPr/>
        </p:nvSpPr>
        <p:spPr>
          <a:xfrm>
            <a:off x="3871893" y="1424137"/>
            <a:ext cx="4843437" cy="37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8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Логистика и сервисные услуги</a:t>
            </a: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7" name="Google Shape;1127;p6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49042" y="1209852"/>
            <a:ext cx="3509162" cy="157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69"/>
          <p:cNvSpPr/>
          <p:nvPr/>
        </p:nvSpPr>
        <p:spPr>
          <a:xfrm>
            <a:off x="3657581" y="2883653"/>
            <a:ext cx="5200623" cy="157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9" name="Google Shape;1129;p69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7581" y="2883653"/>
            <a:ext cx="5200623" cy="157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69"/>
          <p:cNvSpPr/>
          <p:nvPr/>
        </p:nvSpPr>
        <p:spPr>
          <a:xfrm>
            <a:off x="3871893" y="3097938"/>
            <a:ext cx="2733661" cy="67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8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Демо на площадке заказчика</a:t>
            </a: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1" name="Google Shape;1131;p69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24236" y="4105744"/>
            <a:ext cx="999320" cy="356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69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70"/>
          <p:cNvSpPr/>
          <p:nvPr/>
        </p:nvSpPr>
        <p:spPr>
          <a:xfrm>
            <a:off x="428809" y="2962224"/>
            <a:ext cx="1183229" cy="38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70"/>
          <p:cNvSpPr/>
          <p:nvPr/>
        </p:nvSpPr>
        <p:spPr>
          <a:xfrm>
            <a:off x="2176823" y="2962224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70"/>
          <p:cNvSpPr/>
          <p:nvPr/>
        </p:nvSpPr>
        <p:spPr>
          <a:xfrm>
            <a:off x="5681633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70"/>
          <p:cNvSpPr/>
          <p:nvPr/>
        </p:nvSpPr>
        <p:spPr>
          <a:xfrm>
            <a:off x="7291722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70"/>
          <p:cNvSpPr/>
          <p:nvPr/>
        </p:nvSpPr>
        <p:spPr>
          <a:xfrm>
            <a:off x="7438987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7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  <p:sp>
        <p:nvSpPr>
          <p:cNvPr id="1152" name="Google Shape;1152;p70"/>
          <p:cNvSpPr/>
          <p:nvPr/>
        </p:nvSpPr>
        <p:spPr>
          <a:xfrm>
            <a:off x="428809" y="300006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1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70"/>
          <p:cNvSpPr/>
          <p:nvPr/>
        </p:nvSpPr>
        <p:spPr>
          <a:xfrm>
            <a:off x="428809" y="31833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70"/>
          <p:cNvSpPr/>
          <p:nvPr/>
        </p:nvSpPr>
        <p:spPr>
          <a:xfrm>
            <a:off x="2176823" y="296727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1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70"/>
          <p:cNvSpPr/>
          <p:nvPr/>
        </p:nvSpPr>
        <p:spPr>
          <a:xfrm>
            <a:off x="2176823" y="315052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70"/>
          <p:cNvSpPr/>
          <p:nvPr/>
        </p:nvSpPr>
        <p:spPr>
          <a:xfrm>
            <a:off x="3973885" y="2963600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1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70"/>
          <p:cNvSpPr/>
          <p:nvPr/>
        </p:nvSpPr>
        <p:spPr>
          <a:xfrm>
            <a:off x="3973885" y="314684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70"/>
          <p:cNvSpPr/>
          <p:nvPr/>
        </p:nvSpPr>
        <p:spPr>
          <a:xfrm>
            <a:off x="5676665" y="300210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1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70"/>
          <p:cNvSpPr/>
          <p:nvPr/>
        </p:nvSpPr>
        <p:spPr>
          <a:xfrm>
            <a:off x="5676665" y="318535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70"/>
          <p:cNvSpPr/>
          <p:nvPr/>
        </p:nvSpPr>
        <p:spPr>
          <a:xfrm>
            <a:off x="7421293" y="299807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1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70"/>
          <p:cNvSpPr/>
          <p:nvPr/>
        </p:nvSpPr>
        <p:spPr>
          <a:xfrm>
            <a:off x="7421293" y="318131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90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71"/>
          <p:cNvSpPr/>
          <p:nvPr/>
        </p:nvSpPr>
        <p:spPr>
          <a:xfrm>
            <a:off x="476248" y="4114599"/>
            <a:ext cx="3752830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71"/>
          <p:cNvSpPr/>
          <p:nvPr/>
        </p:nvSpPr>
        <p:spPr>
          <a:xfrm>
            <a:off x="476248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71"/>
          <p:cNvSpPr/>
          <p:nvPr/>
        </p:nvSpPr>
        <p:spPr>
          <a:xfrm>
            <a:off x="462754" y="4101108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8" b="0" i="0" u="sng" strike="noStrike" cap="non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Перейти</a:t>
            </a:r>
            <a:endParaRPr sz="6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1" name="Google Shape;1171;p7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1030" y="4142026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7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7454" y="4187232"/>
            <a:ext cx="28259" cy="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71"/>
          <p:cNvSpPr/>
          <p:nvPr/>
        </p:nvSpPr>
        <p:spPr>
          <a:xfrm>
            <a:off x="476248" y="2547941"/>
            <a:ext cx="3938567" cy="22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3Д-иллюстрации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71"/>
          <p:cNvSpPr/>
          <p:nvPr/>
        </p:nvSpPr>
        <p:spPr>
          <a:xfrm>
            <a:off x="4752950" y="2547941"/>
            <a:ext cx="1771641" cy="58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Пример партнёрского лендинга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71"/>
          <p:cNvSpPr/>
          <p:nvPr/>
        </p:nvSpPr>
        <p:spPr>
          <a:xfrm>
            <a:off x="4752951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71"/>
          <p:cNvSpPr/>
          <p:nvPr/>
        </p:nvSpPr>
        <p:spPr>
          <a:xfrm>
            <a:off x="4752951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71"/>
          <p:cNvSpPr/>
          <p:nvPr/>
        </p:nvSpPr>
        <p:spPr>
          <a:xfrm>
            <a:off x="4739457" y="4101108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8" b="0" i="0" u="sng" strike="noStrike" cap="non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6"/>
              </a:rPr>
              <a:t>Перейти</a:t>
            </a:r>
            <a:endParaRPr sz="6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8" name="Google Shape;1178;p7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7733" y="4142026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7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4157" y="4187232"/>
            <a:ext cx="28259" cy="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71"/>
          <p:cNvSpPr/>
          <p:nvPr/>
        </p:nvSpPr>
        <p:spPr>
          <a:xfrm>
            <a:off x="6862727" y="2547940"/>
            <a:ext cx="1771641" cy="40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Объёмные иконки сервисов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71"/>
          <p:cNvSpPr/>
          <p:nvPr/>
        </p:nvSpPr>
        <p:spPr>
          <a:xfrm>
            <a:off x="6862727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71"/>
          <p:cNvSpPr/>
          <p:nvPr/>
        </p:nvSpPr>
        <p:spPr>
          <a:xfrm>
            <a:off x="6862727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71"/>
          <p:cNvSpPr/>
          <p:nvPr/>
        </p:nvSpPr>
        <p:spPr>
          <a:xfrm>
            <a:off x="6849234" y="4101108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8" b="0" i="0" u="sng" strike="noStrike" cap="non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7"/>
              </a:rPr>
              <a:t>Перейти</a:t>
            </a:r>
            <a:endParaRPr sz="6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4" name="Google Shape;1184;p7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7509" y="4142026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7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63933" y="4187232"/>
            <a:ext cx="28259" cy="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71"/>
          <p:cNvSpPr/>
          <p:nvPr/>
        </p:nvSpPr>
        <p:spPr>
          <a:xfrm>
            <a:off x="4752950" y="409856"/>
            <a:ext cx="1771641" cy="40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Интерфейсные иллюстрации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71"/>
          <p:cNvSpPr/>
          <p:nvPr/>
        </p:nvSpPr>
        <p:spPr>
          <a:xfrm>
            <a:off x="4752951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71"/>
          <p:cNvSpPr/>
          <p:nvPr/>
        </p:nvSpPr>
        <p:spPr>
          <a:xfrm>
            <a:off x="4752951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71"/>
          <p:cNvSpPr/>
          <p:nvPr/>
        </p:nvSpPr>
        <p:spPr>
          <a:xfrm>
            <a:off x="4739457" y="1963023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8" b="0" i="0" u="sng" strike="noStrike" cap="non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8"/>
              </a:rPr>
              <a:t>Перейти</a:t>
            </a:r>
            <a:endParaRPr sz="6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0" name="Google Shape;1190;p7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7733" y="2003941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7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4157" y="2049148"/>
            <a:ext cx="28259" cy="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71"/>
          <p:cNvSpPr/>
          <p:nvPr/>
        </p:nvSpPr>
        <p:spPr>
          <a:xfrm>
            <a:off x="6862727" y="409857"/>
            <a:ext cx="1771641" cy="22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Шрифт</a:t>
            </a:r>
            <a:endParaRPr sz="10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71"/>
          <p:cNvSpPr/>
          <p:nvPr/>
        </p:nvSpPr>
        <p:spPr>
          <a:xfrm>
            <a:off x="6862727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71"/>
          <p:cNvSpPr/>
          <p:nvPr/>
        </p:nvSpPr>
        <p:spPr>
          <a:xfrm>
            <a:off x="6862727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71"/>
          <p:cNvSpPr/>
          <p:nvPr/>
        </p:nvSpPr>
        <p:spPr>
          <a:xfrm>
            <a:off x="6849234" y="1963023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8" b="0" i="0" u="sng" strike="noStrike" cap="non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9"/>
              </a:rPr>
              <a:t>Перейти</a:t>
            </a:r>
            <a:endParaRPr sz="6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6" name="Google Shape;1196;p7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7509" y="2003941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7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63933" y="2049148"/>
            <a:ext cx="28259" cy="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71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72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57522" y="335"/>
            <a:ext cx="5986431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72"/>
          <p:cNvSpPr/>
          <p:nvPr/>
        </p:nvSpPr>
        <p:spPr>
          <a:xfrm>
            <a:off x="3866535" y="610451"/>
            <a:ext cx="4964880" cy="3964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padding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406" b="0" i="0" u="none" strike="noStrike" cap="non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margin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406" b="0" i="0" u="none" strike="noStrike" cap="non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height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406" b="0" i="0" u="none" strike="noStrike" cap="non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overflow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406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font-family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‘</a:t>
            </a:r>
            <a:r>
              <a:rPr lang="en-US" sz="1406" b="0" i="0" u="none" strike="noStrike" cap="non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MailSans Roman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’, 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background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6" b="0" i="0" u="none" strike="noStrike" cap="non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https://github.com/supahfunk/ gradientwaves-svg/blob/master/dist/img/bg-gradient-wave.png?raw=true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406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repeat center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1406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lang="en-US" sz="1406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7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72"/>
          <p:cNvSpPr txBox="1">
            <a:spLocks noGrp="1"/>
          </p:cNvSpPr>
          <p:nvPr>
            <p:ph type="title"/>
          </p:nvPr>
        </p:nvSpPr>
        <p:spPr>
          <a:xfrm>
            <a:off x="157504" y="286048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7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71756"/>
            <a:ext cx="9143952" cy="37714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73"/>
          <p:cNvSpPr/>
          <p:nvPr/>
        </p:nvSpPr>
        <p:spPr>
          <a:xfrm>
            <a:off x="609597" y="1733659"/>
            <a:ext cx="4323784" cy="268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padding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25" b="0" i="0" u="none" strike="noStrike" cap="non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margin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25" b="0" i="0" u="none" strike="noStrike" cap="non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height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25" b="0" i="0" u="none" strike="noStrike" cap="non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overflow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225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font-family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‘</a:t>
            </a:r>
            <a:r>
              <a:rPr lang="en-US" sz="1225" b="0" i="0" u="none" strike="noStrike" cap="non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MailSans Roman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’, 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background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25" b="0" i="0" u="none" strike="noStrike" cap="non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https://github.com/supahfunk/ gradientwaves-svg/blob/master/dist/img/bg-gradient-wave.png?raw=true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25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repeat center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1225" b="0" i="0" u="none" strike="noStrike" cap="non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lang="en-US" sz="1225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3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73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7" name="Google Shape;1217;p7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73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73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7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Google Shape;1226;p7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1917" y="1281280"/>
            <a:ext cx="4786287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74"/>
          <p:cNvSpPr/>
          <p:nvPr/>
        </p:nvSpPr>
        <p:spPr>
          <a:xfrm>
            <a:off x="4291974" y="1501313"/>
            <a:ext cx="4346172" cy="2756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74"/>
          <p:cNvSpPr/>
          <p:nvPr/>
        </p:nvSpPr>
        <p:spPr>
          <a:xfrm>
            <a:off x="4291974" y="1501313"/>
            <a:ext cx="4346172" cy="2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74"/>
          <p:cNvSpPr/>
          <p:nvPr/>
        </p:nvSpPr>
        <p:spPr>
          <a:xfrm>
            <a:off x="4291974" y="1501313"/>
            <a:ext cx="4346172" cy="20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74"/>
          <p:cNvSpPr/>
          <p:nvPr/>
        </p:nvSpPr>
        <p:spPr>
          <a:xfrm>
            <a:off x="4291974" y="1501313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74"/>
          <p:cNvSpPr/>
          <p:nvPr/>
        </p:nvSpPr>
        <p:spPr>
          <a:xfrm>
            <a:off x="5841834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74"/>
          <p:cNvSpPr/>
          <p:nvPr/>
        </p:nvSpPr>
        <p:spPr>
          <a:xfrm>
            <a:off x="7458369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74"/>
          <p:cNvSpPr/>
          <p:nvPr/>
        </p:nvSpPr>
        <p:spPr>
          <a:xfrm>
            <a:off x="4291974" y="1708166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4" name="Google Shape;1234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170472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74"/>
          <p:cNvSpPr/>
          <p:nvPr/>
        </p:nvSpPr>
        <p:spPr>
          <a:xfrm>
            <a:off x="4291974" y="171504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74"/>
          <p:cNvSpPr/>
          <p:nvPr/>
        </p:nvSpPr>
        <p:spPr>
          <a:xfrm>
            <a:off x="4291974" y="171504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74"/>
          <p:cNvSpPr/>
          <p:nvPr/>
        </p:nvSpPr>
        <p:spPr>
          <a:xfrm>
            <a:off x="4291974" y="178379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74"/>
          <p:cNvSpPr/>
          <p:nvPr/>
        </p:nvSpPr>
        <p:spPr>
          <a:xfrm>
            <a:off x="4291974" y="178379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74"/>
          <p:cNvSpPr/>
          <p:nvPr/>
        </p:nvSpPr>
        <p:spPr>
          <a:xfrm>
            <a:off x="5836267" y="178379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74"/>
          <p:cNvSpPr/>
          <p:nvPr/>
        </p:nvSpPr>
        <p:spPr>
          <a:xfrm>
            <a:off x="5836267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74"/>
          <p:cNvSpPr/>
          <p:nvPr/>
        </p:nvSpPr>
        <p:spPr>
          <a:xfrm>
            <a:off x="5836267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74"/>
          <p:cNvSpPr/>
          <p:nvPr/>
        </p:nvSpPr>
        <p:spPr>
          <a:xfrm>
            <a:off x="7478298" y="178379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74"/>
          <p:cNvSpPr/>
          <p:nvPr/>
        </p:nvSpPr>
        <p:spPr>
          <a:xfrm>
            <a:off x="7478298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74"/>
          <p:cNvSpPr/>
          <p:nvPr/>
        </p:nvSpPr>
        <p:spPr>
          <a:xfrm>
            <a:off x="7478298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74"/>
          <p:cNvSpPr/>
          <p:nvPr/>
        </p:nvSpPr>
        <p:spPr>
          <a:xfrm>
            <a:off x="4291974" y="199065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6" name="Google Shape;1246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198721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4"/>
          <p:cNvSpPr/>
          <p:nvPr/>
        </p:nvSpPr>
        <p:spPr>
          <a:xfrm>
            <a:off x="4291974" y="199753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74"/>
          <p:cNvSpPr/>
          <p:nvPr/>
        </p:nvSpPr>
        <p:spPr>
          <a:xfrm>
            <a:off x="4291974" y="199753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74"/>
          <p:cNvSpPr/>
          <p:nvPr/>
        </p:nvSpPr>
        <p:spPr>
          <a:xfrm>
            <a:off x="4291974" y="206629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74"/>
          <p:cNvSpPr/>
          <p:nvPr/>
        </p:nvSpPr>
        <p:spPr>
          <a:xfrm>
            <a:off x="4291974" y="206629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74"/>
          <p:cNvSpPr/>
          <p:nvPr/>
        </p:nvSpPr>
        <p:spPr>
          <a:xfrm>
            <a:off x="5836267" y="206629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74"/>
          <p:cNvSpPr/>
          <p:nvPr/>
        </p:nvSpPr>
        <p:spPr>
          <a:xfrm>
            <a:off x="5836267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74"/>
          <p:cNvSpPr/>
          <p:nvPr/>
        </p:nvSpPr>
        <p:spPr>
          <a:xfrm>
            <a:off x="5836267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74"/>
          <p:cNvSpPr/>
          <p:nvPr/>
        </p:nvSpPr>
        <p:spPr>
          <a:xfrm>
            <a:off x="7478298" y="206629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74"/>
          <p:cNvSpPr/>
          <p:nvPr/>
        </p:nvSpPr>
        <p:spPr>
          <a:xfrm>
            <a:off x="7478298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74"/>
          <p:cNvSpPr/>
          <p:nvPr/>
        </p:nvSpPr>
        <p:spPr>
          <a:xfrm>
            <a:off x="7478298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74"/>
          <p:cNvSpPr/>
          <p:nvPr/>
        </p:nvSpPr>
        <p:spPr>
          <a:xfrm>
            <a:off x="4291974" y="227314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8" name="Google Shape;1258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226970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74"/>
          <p:cNvSpPr/>
          <p:nvPr/>
        </p:nvSpPr>
        <p:spPr>
          <a:xfrm>
            <a:off x="4291974" y="228002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74"/>
          <p:cNvSpPr/>
          <p:nvPr/>
        </p:nvSpPr>
        <p:spPr>
          <a:xfrm>
            <a:off x="4291974" y="228002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74"/>
          <p:cNvSpPr/>
          <p:nvPr/>
        </p:nvSpPr>
        <p:spPr>
          <a:xfrm>
            <a:off x="4291974" y="234877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74"/>
          <p:cNvSpPr/>
          <p:nvPr/>
        </p:nvSpPr>
        <p:spPr>
          <a:xfrm>
            <a:off x="4291974" y="234877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74"/>
          <p:cNvSpPr/>
          <p:nvPr/>
        </p:nvSpPr>
        <p:spPr>
          <a:xfrm>
            <a:off x="5836267" y="234877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74"/>
          <p:cNvSpPr/>
          <p:nvPr/>
        </p:nvSpPr>
        <p:spPr>
          <a:xfrm>
            <a:off x="5836267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74"/>
          <p:cNvSpPr/>
          <p:nvPr/>
        </p:nvSpPr>
        <p:spPr>
          <a:xfrm>
            <a:off x="5836267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74"/>
          <p:cNvSpPr/>
          <p:nvPr/>
        </p:nvSpPr>
        <p:spPr>
          <a:xfrm>
            <a:off x="7478298" y="234877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74"/>
          <p:cNvSpPr/>
          <p:nvPr/>
        </p:nvSpPr>
        <p:spPr>
          <a:xfrm>
            <a:off x="7478298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74"/>
          <p:cNvSpPr/>
          <p:nvPr/>
        </p:nvSpPr>
        <p:spPr>
          <a:xfrm>
            <a:off x="7478298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74"/>
          <p:cNvSpPr/>
          <p:nvPr/>
        </p:nvSpPr>
        <p:spPr>
          <a:xfrm>
            <a:off x="4291974" y="255563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0" name="Google Shape;1270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255219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74"/>
          <p:cNvSpPr/>
          <p:nvPr/>
        </p:nvSpPr>
        <p:spPr>
          <a:xfrm>
            <a:off x="4291974" y="256251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74"/>
          <p:cNvSpPr/>
          <p:nvPr/>
        </p:nvSpPr>
        <p:spPr>
          <a:xfrm>
            <a:off x="4291974" y="256251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74"/>
          <p:cNvSpPr/>
          <p:nvPr/>
        </p:nvSpPr>
        <p:spPr>
          <a:xfrm>
            <a:off x="4291974" y="263127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74"/>
          <p:cNvSpPr/>
          <p:nvPr/>
        </p:nvSpPr>
        <p:spPr>
          <a:xfrm>
            <a:off x="4291974" y="263127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74"/>
          <p:cNvSpPr/>
          <p:nvPr/>
        </p:nvSpPr>
        <p:spPr>
          <a:xfrm>
            <a:off x="5836267" y="263127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74"/>
          <p:cNvSpPr/>
          <p:nvPr/>
        </p:nvSpPr>
        <p:spPr>
          <a:xfrm>
            <a:off x="5836267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74"/>
          <p:cNvSpPr/>
          <p:nvPr/>
        </p:nvSpPr>
        <p:spPr>
          <a:xfrm>
            <a:off x="5836267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74"/>
          <p:cNvSpPr/>
          <p:nvPr/>
        </p:nvSpPr>
        <p:spPr>
          <a:xfrm>
            <a:off x="7478298" y="263127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74"/>
          <p:cNvSpPr/>
          <p:nvPr/>
        </p:nvSpPr>
        <p:spPr>
          <a:xfrm>
            <a:off x="7478298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74"/>
          <p:cNvSpPr/>
          <p:nvPr/>
        </p:nvSpPr>
        <p:spPr>
          <a:xfrm>
            <a:off x="7478298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74"/>
          <p:cNvSpPr/>
          <p:nvPr/>
        </p:nvSpPr>
        <p:spPr>
          <a:xfrm>
            <a:off x="4291974" y="283812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2" name="Google Shape;1282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283468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74"/>
          <p:cNvSpPr/>
          <p:nvPr/>
        </p:nvSpPr>
        <p:spPr>
          <a:xfrm>
            <a:off x="4291974" y="284500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74"/>
          <p:cNvSpPr/>
          <p:nvPr/>
        </p:nvSpPr>
        <p:spPr>
          <a:xfrm>
            <a:off x="4291974" y="284500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74"/>
          <p:cNvSpPr/>
          <p:nvPr/>
        </p:nvSpPr>
        <p:spPr>
          <a:xfrm>
            <a:off x="4291974" y="291375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74"/>
          <p:cNvSpPr/>
          <p:nvPr/>
        </p:nvSpPr>
        <p:spPr>
          <a:xfrm>
            <a:off x="4291974" y="291375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74"/>
          <p:cNvSpPr/>
          <p:nvPr/>
        </p:nvSpPr>
        <p:spPr>
          <a:xfrm>
            <a:off x="5836267" y="291375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74"/>
          <p:cNvSpPr/>
          <p:nvPr/>
        </p:nvSpPr>
        <p:spPr>
          <a:xfrm>
            <a:off x="5836267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74"/>
          <p:cNvSpPr/>
          <p:nvPr/>
        </p:nvSpPr>
        <p:spPr>
          <a:xfrm>
            <a:off x="5836267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74"/>
          <p:cNvSpPr/>
          <p:nvPr/>
        </p:nvSpPr>
        <p:spPr>
          <a:xfrm>
            <a:off x="7478298" y="291375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74"/>
          <p:cNvSpPr/>
          <p:nvPr/>
        </p:nvSpPr>
        <p:spPr>
          <a:xfrm>
            <a:off x="7478298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74"/>
          <p:cNvSpPr/>
          <p:nvPr/>
        </p:nvSpPr>
        <p:spPr>
          <a:xfrm>
            <a:off x="7478298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74"/>
          <p:cNvSpPr/>
          <p:nvPr/>
        </p:nvSpPr>
        <p:spPr>
          <a:xfrm>
            <a:off x="4291974" y="312061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4" name="Google Shape;1294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11717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74"/>
          <p:cNvSpPr/>
          <p:nvPr/>
        </p:nvSpPr>
        <p:spPr>
          <a:xfrm>
            <a:off x="4291974" y="312748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74"/>
          <p:cNvSpPr/>
          <p:nvPr/>
        </p:nvSpPr>
        <p:spPr>
          <a:xfrm>
            <a:off x="4291974" y="312748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74"/>
          <p:cNvSpPr/>
          <p:nvPr/>
        </p:nvSpPr>
        <p:spPr>
          <a:xfrm>
            <a:off x="4291974" y="3196244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74"/>
          <p:cNvSpPr/>
          <p:nvPr/>
        </p:nvSpPr>
        <p:spPr>
          <a:xfrm>
            <a:off x="4291974" y="319624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74"/>
          <p:cNvSpPr/>
          <p:nvPr/>
        </p:nvSpPr>
        <p:spPr>
          <a:xfrm>
            <a:off x="5836267" y="3196244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74"/>
          <p:cNvSpPr/>
          <p:nvPr/>
        </p:nvSpPr>
        <p:spPr>
          <a:xfrm>
            <a:off x="5836267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74"/>
          <p:cNvSpPr/>
          <p:nvPr/>
        </p:nvSpPr>
        <p:spPr>
          <a:xfrm>
            <a:off x="5836267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74"/>
          <p:cNvSpPr/>
          <p:nvPr/>
        </p:nvSpPr>
        <p:spPr>
          <a:xfrm>
            <a:off x="7478298" y="3196244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74"/>
          <p:cNvSpPr/>
          <p:nvPr/>
        </p:nvSpPr>
        <p:spPr>
          <a:xfrm>
            <a:off x="7478298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74"/>
          <p:cNvSpPr/>
          <p:nvPr/>
        </p:nvSpPr>
        <p:spPr>
          <a:xfrm>
            <a:off x="7478298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74"/>
          <p:cNvSpPr/>
          <p:nvPr/>
        </p:nvSpPr>
        <p:spPr>
          <a:xfrm>
            <a:off x="4291974" y="340309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6" name="Google Shape;1306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39965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74"/>
          <p:cNvSpPr/>
          <p:nvPr/>
        </p:nvSpPr>
        <p:spPr>
          <a:xfrm>
            <a:off x="4291974" y="340998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74"/>
          <p:cNvSpPr/>
          <p:nvPr/>
        </p:nvSpPr>
        <p:spPr>
          <a:xfrm>
            <a:off x="4291974" y="340998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74"/>
          <p:cNvSpPr/>
          <p:nvPr/>
        </p:nvSpPr>
        <p:spPr>
          <a:xfrm>
            <a:off x="4291974" y="347873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74"/>
          <p:cNvSpPr/>
          <p:nvPr/>
        </p:nvSpPr>
        <p:spPr>
          <a:xfrm>
            <a:off x="4291974" y="347874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74"/>
          <p:cNvSpPr/>
          <p:nvPr/>
        </p:nvSpPr>
        <p:spPr>
          <a:xfrm>
            <a:off x="5836267" y="347873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74"/>
          <p:cNvSpPr/>
          <p:nvPr/>
        </p:nvSpPr>
        <p:spPr>
          <a:xfrm>
            <a:off x="5836267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74"/>
          <p:cNvSpPr/>
          <p:nvPr/>
        </p:nvSpPr>
        <p:spPr>
          <a:xfrm>
            <a:off x="5836267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74"/>
          <p:cNvSpPr/>
          <p:nvPr/>
        </p:nvSpPr>
        <p:spPr>
          <a:xfrm>
            <a:off x="7478298" y="347873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74"/>
          <p:cNvSpPr/>
          <p:nvPr/>
        </p:nvSpPr>
        <p:spPr>
          <a:xfrm>
            <a:off x="7478298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4"/>
          <p:cNvSpPr/>
          <p:nvPr/>
        </p:nvSpPr>
        <p:spPr>
          <a:xfrm>
            <a:off x="7478298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74"/>
          <p:cNvSpPr/>
          <p:nvPr/>
        </p:nvSpPr>
        <p:spPr>
          <a:xfrm>
            <a:off x="4291974" y="368559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8" name="Google Shape;1318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68215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74"/>
          <p:cNvSpPr/>
          <p:nvPr/>
        </p:nvSpPr>
        <p:spPr>
          <a:xfrm>
            <a:off x="4291974" y="369246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74"/>
          <p:cNvSpPr/>
          <p:nvPr/>
        </p:nvSpPr>
        <p:spPr>
          <a:xfrm>
            <a:off x="4291974" y="369246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74"/>
          <p:cNvSpPr/>
          <p:nvPr/>
        </p:nvSpPr>
        <p:spPr>
          <a:xfrm>
            <a:off x="4291974" y="3761225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74"/>
          <p:cNvSpPr/>
          <p:nvPr/>
        </p:nvSpPr>
        <p:spPr>
          <a:xfrm>
            <a:off x="4291974" y="376122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74"/>
          <p:cNvSpPr/>
          <p:nvPr/>
        </p:nvSpPr>
        <p:spPr>
          <a:xfrm>
            <a:off x="5836267" y="3761225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74"/>
          <p:cNvSpPr/>
          <p:nvPr/>
        </p:nvSpPr>
        <p:spPr>
          <a:xfrm>
            <a:off x="5836267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74"/>
          <p:cNvSpPr/>
          <p:nvPr/>
        </p:nvSpPr>
        <p:spPr>
          <a:xfrm>
            <a:off x="5836267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74"/>
          <p:cNvSpPr/>
          <p:nvPr/>
        </p:nvSpPr>
        <p:spPr>
          <a:xfrm>
            <a:off x="7478298" y="3761225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74"/>
          <p:cNvSpPr/>
          <p:nvPr/>
        </p:nvSpPr>
        <p:spPr>
          <a:xfrm>
            <a:off x="7478298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74"/>
          <p:cNvSpPr/>
          <p:nvPr/>
        </p:nvSpPr>
        <p:spPr>
          <a:xfrm>
            <a:off x="7478298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74"/>
          <p:cNvSpPr/>
          <p:nvPr/>
        </p:nvSpPr>
        <p:spPr>
          <a:xfrm>
            <a:off x="4291974" y="396807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0" name="Google Shape;1330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96463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74"/>
          <p:cNvSpPr/>
          <p:nvPr/>
        </p:nvSpPr>
        <p:spPr>
          <a:xfrm>
            <a:off x="4291974" y="397496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74"/>
          <p:cNvSpPr/>
          <p:nvPr/>
        </p:nvSpPr>
        <p:spPr>
          <a:xfrm>
            <a:off x="4291974" y="397496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74"/>
          <p:cNvSpPr/>
          <p:nvPr/>
        </p:nvSpPr>
        <p:spPr>
          <a:xfrm>
            <a:off x="4291974" y="404371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74"/>
          <p:cNvSpPr/>
          <p:nvPr/>
        </p:nvSpPr>
        <p:spPr>
          <a:xfrm>
            <a:off x="4291974" y="404372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74"/>
          <p:cNvSpPr/>
          <p:nvPr/>
        </p:nvSpPr>
        <p:spPr>
          <a:xfrm>
            <a:off x="5836267" y="404371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74"/>
          <p:cNvSpPr/>
          <p:nvPr/>
        </p:nvSpPr>
        <p:spPr>
          <a:xfrm>
            <a:off x="5836267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74"/>
          <p:cNvSpPr/>
          <p:nvPr/>
        </p:nvSpPr>
        <p:spPr>
          <a:xfrm>
            <a:off x="5836267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74"/>
          <p:cNvSpPr/>
          <p:nvPr/>
        </p:nvSpPr>
        <p:spPr>
          <a:xfrm>
            <a:off x="7478298" y="404371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74"/>
          <p:cNvSpPr/>
          <p:nvPr/>
        </p:nvSpPr>
        <p:spPr>
          <a:xfrm>
            <a:off x="7478298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74"/>
          <p:cNvSpPr/>
          <p:nvPr/>
        </p:nvSpPr>
        <p:spPr>
          <a:xfrm>
            <a:off x="7478298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74"/>
          <p:cNvSpPr/>
          <p:nvPr/>
        </p:nvSpPr>
        <p:spPr>
          <a:xfrm>
            <a:off x="4291974" y="425057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2" name="Google Shape;1342;p7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424713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74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17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Заголовок в две или в одну строчку</a:t>
            </a:r>
            <a:endParaRPr/>
          </a:p>
        </p:txBody>
      </p:sp>
      <p:sp>
        <p:nvSpPr>
          <p:cNvPr id="1344" name="Google Shape;1344;p74"/>
          <p:cNvSpPr txBox="1"/>
          <p:nvPr/>
        </p:nvSpPr>
        <p:spPr>
          <a:xfrm>
            <a:off x="167082" y="1795836"/>
            <a:ext cx="3891803" cy="14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279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Play"/>
              <a:buNone/>
            </a:pPr>
            <a:r>
              <a:rPr lang="en-US" sz="96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91%</a:t>
            </a:r>
            <a:endParaRPr sz="9600" b="1" i="0" u="none" strike="noStrike" cap="non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45" name="Google Shape;1345;p74"/>
          <p:cNvSpPr txBox="1"/>
          <p:nvPr/>
        </p:nvSpPr>
        <p:spPr>
          <a:xfrm>
            <a:off x="285797" y="3109756"/>
            <a:ext cx="3239724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 показателя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75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Заголовок в две или в одну строчку</a:t>
            </a:r>
            <a:endParaRPr/>
          </a:p>
        </p:txBody>
      </p:sp>
      <p:sp>
        <p:nvSpPr>
          <p:cNvPr id="1352" name="Google Shape;1352;p75"/>
          <p:cNvSpPr txBox="1"/>
          <p:nvPr/>
        </p:nvSpPr>
        <p:spPr>
          <a:xfrm>
            <a:off x="181435" y="1091781"/>
            <a:ext cx="4107105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pic>
        <p:nvPicPr>
          <p:cNvPr id="1353" name="Google Shape;1353;p7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1917" y="1281280"/>
            <a:ext cx="4786287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75"/>
          <p:cNvSpPr/>
          <p:nvPr/>
        </p:nvSpPr>
        <p:spPr>
          <a:xfrm>
            <a:off x="4291974" y="1501313"/>
            <a:ext cx="4346172" cy="2756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75"/>
          <p:cNvSpPr/>
          <p:nvPr/>
        </p:nvSpPr>
        <p:spPr>
          <a:xfrm>
            <a:off x="4291974" y="1501313"/>
            <a:ext cx="4346172" cy="2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75"/>
          <p:cNvSpPr/>
          <p:nvPr/>
        </p:nvSpPr>
        <p:spPr>
          <a:xfrm>
            <a:off x="4291974" y="1501313"/>
            <a:ext cx="4346172" cy="20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75"/>
          <p:cNvSpPr/>
          <p:nvPr/>
        </p:nvSpPr>
        <p:spPr>
          <a:xfrm>
            <a:off x="4291974" y="1501313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75"/>
          <p:cNvSpPr/>
          <p:nvPr/>
        </p:nvSpPr>
        <p:spPr>
          <a:xfrm>
            <a:off x="5841834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75"/>
          <p:cNvSpPr/>
          <p:nvPr/>
        </p:nvSpPr>
        <p:spPr>
          <a:xfrm>
            <a:off x="7458369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75"/>
          <p:cNvSpPr/>
          <p:nvPr/>
        </p:nvSpPr>
        <p:spPr>
          <a:xfrm>
            <a:off x="4291974" y="1708166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1" name="Google Shape;1361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170472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75"/>
          <p:cNvSpPr/>
          <p:nvPr/>
        </p:nvSpPr>
        <p:spPr>
          <a:xfrm>
            <a:off x="4291974" y="171504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75"/>
          <p:cNvSpPr/>
          <p:nvPr/>
        </p:nvSpPr>
        <p:spPr>
          <a:xfrm>
            <a:off x="4291974" y="171504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75"/>
          <p:cNvSpPr/>
          <p:nvPr/>
        </p:nvSpPr>
        <p:spPr>
          <a:xfrm>
            <a:off x="4291974" y="178379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75"/>
          <p:cNvSpPr/>
          <p:nvPr/>
        </p:nvSpPr>
        <p:spPr>
          <a:xfrm>
            <a:off x="4291974" y="178379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75"/>
          <p:cNvSpPr/>
          <p:nvPr/>
        </p:nvSpPr>
        <p:spPr>
          <a:xfrm>
            <a:off x="5836267" y="178379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75"/>
          <p:cNvSpPr/>
          <p:nvPr/>
        </p:nvSpPr>
        <p:spPr>
          <a:xfrm>
            <a:off x="5836267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75"/>
          <p:cNvSpPr/>
          <p:nvPr/>
        </p:nvSpPr>
        <p:spPr>
          <a:xfrm>
            <a:off x="5836267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75"/>
          <p:cNvSpPr/>
          <p:nvPr/>
        </p:nvSpPr>
        <p:spPr>
          <a:xfrm>
            <a:off x="7478298" y="178379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75"/>
          <p:cNvSpPr/>
          <p:nvPr/>
        </p:nvSpPr>
        <p:spPr>
          <a:xfrm>
            <a:off x="7478298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5"/>
          <p:cNvSpPr/>
          <p:nvPr/>
        </p:nvSpPr>
        <p:spPr>
          <a:xfrm>
            <a:off x="7478298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75"/>
          <p:cNvSpPr/>
          <p:nvPr/>
        </p:nvSpPr>
        <p:spPr>
          <a:xfrm>
            <a:off x="4291974" y="199065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3" name="Google Shape;1373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198721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75"/>
          <p:cNvSpPr/>
          <p:nvPr/>
        </p:nvSpPr>
        <p:spPr>
          <a:xfrm>
            <a:off x="4291974" y="199753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75"/>
          <p:cNvSpPr/>
          <p:nvPr/>
        </p:nvSpPr>
        <p:spPr>
          <a:xfrm>
            <a:off x="4291974" y="199753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75"/>
          <p:cNvSpPr/>
          <p:nvPr/>
        </p:nvSpPr>
        <p:spPr>
          <a:xfrm>
            <a:off x="4291974" y="206629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75"/>
          <p:cNvSpPr/>
          <p:nvPr/>
        </p:nvSpPr>
        <p:spPr>
          <a:xfrm>
            <a:off x="4291974" y="206629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75"/>
          <p:cNvSpPr/>
          <p:nvPr/>
        </p:nvSpPr>
        <p:spPr>
          <a:xfrm>
            <a:off x="5836267" y="206629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75"/>
          <p:cNvSpPr/>
          <p:nvPr/>
        </p:nvSpPr>
        <p:spPr>
          <a:xfrm>
            <a:off x="5836267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75"/>
          <p:cNvSpPr/>
          <p:nvPr/>
        </p:nvSpPr>
        <p:spPr>
          <a:xfrm>
            <a:off x="5836267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75"/>
          <p:cNvSpPr/>
          <p:nvPr/>
        </p:nvSpPr>
        <p:spPr>
          <a:xfrm>
            <a:off x="7478298" y="206629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75"/>
          <p:cNvSpPr/>
          <p:nvPr/>
        </p:nvSpPr>
        <p:spPr>
          <a:xfrm>
            <a:off x="7478298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75"/>
          <p:cNvSpPr/>
          <p:nvPr/>
        </p:nvSpPr>
        <p:spPr>
          <a:xfrm>
            <a:off x="7478298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75"/>
          <p:cNvSpPr/>
          <p:nvPr/>
        </p:nvSpPr>
        <p:spPr>
          <a:xfrm>
            <a:off x="4291974" y="227314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5" name="Google Shape;1385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226970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75"/>
          <p:cNvSpPr/>
          <p:nvPr/>
        </p:nvSpPr>
        <p:spPr>
          <a:xfrm>
            <a:off x="4291974" y="228002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75"/>
          <p:cNvSpPr/>
          <p:nvPr/>
        </p:nvSpPr>
        <p:spPr>
          <a:xfrm>
            <a:off x="4291974" y="228002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75"/>
          <p:cNvSpPr/>
          <p:nvPr/>
        </p:nvSpPr>
        <p:spPr>
          <a:xfrm>
            <a:off x="4291974" y="234877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75"/>
          <p:cNvSpPr/>
          <p:nvPr/>
        </p:nvSpPr>
        <p:spPr>
          <a:xfrm>
            <a:off x="4291974" y="234877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75"/>
          <p:cNvSpPr/>
          <p:nvPr/>
        </p:nvSpPr>
        <p:spPr>
          <a:xfrm>
            <a:off x="5836267" y="234877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75"/>
          <p:cNvSpPr/>
          <p:nvPr/>
        </p:nvSpPr>
        <p:spPr>
          <a:xfrm>
            <a:off x="5836267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75"/>
          <p:cNvSpPr/>
          <p:nvPr/>
        </p:nvSpPr>
        <p:spPr>
          <a:xfrm>
            <a:off x="5836267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75"/>
          <p:cNvSpPr/>
          <p:nvPr/>
        </p:nvSpPr>
        <p:spPr>
          <a:xfrm>
            <a:off x="7478298" y="234877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75"/>
          <p:cNvSpPr/>
          <p:nvPr/>
        </p:nvSpPr>
        <p:spPr>
          <a:xfrm>
            <a:off x="7478298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75"/>
          <p:cNvSpPr/>
          <p:nvPr/>
        </p:nvSpPr>
        <p:spPr>
          <a:xfrm>
            <a:off x="7478298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75"/>
          <p:cNvSpPr/>
          <p:nvPr/>
        </p:nvSpPr>
        <p:spPr>
          <a:xfrm>
            <a:off x="4291974" y="255563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7" name="Google Shape;1397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255219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75"/>
          <p:cNvSpPr/>
          <p:nvPr/>
        </p:nvSpPr>
        <p:spPr>
          <a:xfrm>
            <a:off x="4291974" y="256251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75"/>
          <p:cNvSpPr/>
          <p:nvPr/>
        </p:nvSpPr>
        <p:spPr>
          <a:xfrm>
            <a:off x="4291974" y="256251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75"/>
          <p:cNvSpPr/>
          <p:nvPr/>
        </p:nvSpPr>
        <p:spPr>
          <a:xfrm>
            <a:off x="4291974" y="263127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75"/>
          <p:cNvSpPr/>
          <p:nvPr/>
        </p:nvSpPr>
        <p:spPr>
          <a:xfrm>
            <a:off x="4291974" y="263127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75"/>
          <p:cNvSpPr/>
          <p:nvPr/>
        </p:nvSpPr>
        <p:spPr>
          <a:xfrm>
            <a:off x="5836267" y="263127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75"/>
          <p:cNvSpPr/>
          <p:nvPr/>
        </p:nvSpPr>
        <p:spPr>
          <a:xfrm>
            <a:off x="5836267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75"/>
          <p:cNvSpPr/>
          <p:nvPr/>
        </p:nvSpPr>
        <p:spPr>
          <a:xfrm>
            <a:off x="5836267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75"/>
          <p:cNvSpPr/>
          <p:nvPr/>
        </p:nvSpPr>
        <p:spPr>
          <a:xfrm>
            <a:off x="7478298" y="263127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75"/>
          <p:cNvSpPr/>
          <p:nvPr/>
        </p:nvSpPr>
        <p:spPr>
          <a:xfrm>
            <a:off x="7478298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75"/>
          <p:cNvSpPr/>
          <p:nvPr/>
        </p:nvSpPr>
        <p:spPr>
          <a:xfrm>
            <a:off x="7478298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75"/>
          <p:cNvSpPr/>
          <p:nvPr/>
        </p:nvSpPr>
        <p:spPr>
          <a:xfrm>
            <a:off x="4291974" y="283812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9" name="Google Shape;1409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283468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75"/>
          <p:cNvSpPr/>
          <p:nvPr/>
        </p:nvSpPr>
        <p:spPr>
          <a:xfrm>
            <a:off x="4291974" y="284500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75"/>
          <p:cNvSpPr/>
          <p:nvPr/>
        </p:nvSpPr>
        <p:spPr>
          <a:xfrm>
            <a:off x="4291974" y="284500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75"/>
          <p:cNvSpPr/>
          <p:nvPr/>
        </p:nvSpPr>
        <p:spPr>
          <a:xfrm>
            <a:off x="4291974" y="291375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75"/>
          <p:cNvSpPr/>
          <p:nvPr/>
        </p:nvSpPr>
        <p:spPr>
          <a:xfrm>
            <a:off x="4291974" y="291375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75"/>
          <p:cNvSpPr/>
          <p:nvPr/>
        </p:nvSpPr>
        <p:spPr>
          <a:xfrm>
            <a:off x="5836267" y="291375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75"/>
          <p:cNvSpPr/>
          <p:nvPr/>
        </p:nvSpPr>
        <p:spPr>
          <a:xfrm>
            <a:off x="5836267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75"/>
          <p:cNvSpPr/>
          <p:nvPr/>
        </p:nvSpPr>
        <p:spPr>
          <a:xfrm>
            <a:off x="5836267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75"/>
          <p:cNvSpPr/>
          <p:nvPr/>
        </p:nvSpPr>
        <p:spPr>
          <a:xfrm>
            <a:off x="7478298" y="291375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75"/>
          <p:cNvSpPr/>
          <p:nvPr/>
        </p:nvSpPr>
        <p:spPr>
          <a:xfrm>
            <a:off x="7478298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75"/>
          <p:cNvSpPr/>
          <p:nvPr/>
        </p:nvSpPr>
        <p:spPr>
          <a:xfrm>
            <a:off x="7478298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75"/>
          <p:cNvSpPr/>
          <p:nvPr/>
        </p:nvSpPr>
        <p:spPr>
          <a:xfrm>
            <a:off x="4291974" y="312061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1" name="Google Shape;1421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11717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75"/>
          <p:cNvSpPr/>
          <p:nvPr/>
        </p:nvSpPr>
        <p:spPr>
          <a:xfrm>
            <a:off x="4291974" y="312748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75"/>
          <p:cNvSpPr/>
          <p:nvPr/>
        </p:nvSpPr>
        <p:spPr>
          <a:xfrm>
            <a:off x="4291974" y="312748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75"/>
          <p:cNvSpPr/>
          <p:nvPr/>
        </p:nvSpPr>
        <p:spPr>
          <a:xfrm>
            <a:off x="4291974" y="3196244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75"/>
          <p:cNvSpPr/>
          <p:nvPr/>
        </p:nvSpPr>
        <p:spPr>
          <a:xfrm>
            <a:off x="4291974" y="319624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75"/>
          <p:cNvSpPr/>
          <p:nvPr/>
        </p:nvSpPr>
        <p:spPr>
          <a:xfrm>
            <a:off x="5836267" y="3196244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75"/>
          <p:cNvSpPr/>
          <p:nvPr/>
        </p:nvSpPr>
        <p:spPr>
          <a:xfrm>
            <a:off x="5836267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75"/>
          <p:cNvSpPr/>
          <p:nvPr/>
        </p:nvSpPr>
        <p:spPr>
          <a:xfrm>
            <a:off x="5836267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75"/>
          <p:cNvSpPr/>
          <p:nvPr/>
        </p:nvSpPr>
        <p:spPr>
          <a:xfrm>
            <a:off x="7478298" y="3196244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75"/>
          <p:cNvSpPr/>
          <p:nvPr/>
        </p:nvSpPr>
        <p:spPr>
          <a:xfrm>
            <a:off x="7478298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75"/>
          <p:cNvSpPr/>
          <p:nvPr/>
        </p:nvSpPr>
        <p:spPr>
          <a:xfrm>
            <a:off x="7478298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5"/>
          <p:cNvSpPr/>
          <p:nvPr/>
        </p:nvSpPr>
        <p:spPr>
          <a:xfrm>
            <a:off x="4291974" y="340309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3" name="Google Shape;1433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39965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75"/>
          <p:cNvSpPr/>
          <p:nvPr/>
        </p:nvSpPr>
        <p:spPr>
          <a:xfrm>
            <a:off x="4291974" y="340998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75"/>
          <p:cNvSpPr/>
          <p:nvPr/>
        </p:nvSpPr>
        <p:spPr>
          <a:xfrm>
            <a:off x="4291974" y="340998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75"/>
          <p:cNvSpPr/>
          <p:nvPr/>
        </p:nvSpPr>
        <p:spPr>
          <a:xfrm>
            <a:off x="4291974" y="347873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75"/>
          <p:cNvSpPr/>
          <p:nvPr/>
        </p:nvSpPr>
        <p:spPr>
          <a:xfrm>
            <a:off x="4291974" y="347874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75"/>
          <p:cNvSpPr/>
          <p:nvPr/>
        </p:nvSpPr>
        <p:spPr>
          <a:xfrm>
            <a:off x="5836267" y="347873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75"/>
          <p:cNvSpPr/>
          <p:nvPr/>
        </p:nvSpPr>
        <p:spPr>
          <a:xfrm>
            <a:off x="5836267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75"/>
          <p:cNvSpPr/>
          <p:nvPr/>
        </p:nvSpPr>
        <p:spPr>
          <a:xfrm>
            <a:off x="5836267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75"/>
          <p:cNvSpPr/>
          <p:nvPr/>
        </p:nvSpPr>
        <p:spPr>
          <a:xfrm>
            <a:off x="7478298" y="347873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75"/>
          <p:cNvSpPr/>
          <p:nvPr/>
        </p:nvSpPr>
        <p:spPr>
          <a:xfrm>
            <a:off x="7478298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75"/>
          <p:cNvSpPr/>
          <p:nvPr/>
        </p:nvSpPr>
        <p:spPr>
          <a:xfrm>
            <a:off x="7478298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75"/>
          <p:cNvSpPr/>
          <p:nvPr/>
        </p:nvSpPr>
        <p:spPr>
          <a:xfrm>
            <a:off x="4291974" y="368559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5" name="Google Shape;1445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68215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75"/>
          <p:cNvSpPr/>
          <p:nvPr/>
        </p:nvSpPr>
        <p:spPr>
          <a:xfrm>
            <a:off x="4291974" y="369246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75"/>
          <p:cNvSpPr/>
          <p:nvPr/>
        </p:nvSpPr>
        <p:spPr>
          <a:xfrm>
            <a:off x="4291974" y="369246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75"/>
          <p:cNvSpPr/>
          <p:nvPr/>
        </p:nvSpPr>
        <p:spPr>
          <a:xfrm>
            <a:off x="4291974" y="3761225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75"/>
          <p:cNvSpPr/>
          <p:nvPr/>
        </p:nvSpPr>
        <p:spPr>
          <a:xfrm>
            <a:off x="4291974" y="376122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75"/>
          <p:cNvSpPr/>
          <p:nvPr/>
        </p:nvSpPr>
        <p:spPr>
          <a:xfrm>
            <a:off x="5836267" y="3761225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75"/>
          <p:cNvSpPr/>
          <p:nvPr/>
        </p:nvSpPr>
        <p:spPr>
          <a:xfrm>
            <a:off x="5836267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75"/>
          <p:cNvSpPr/>
          <p:nvPr/>
        </p:nvSpPr>
        <p:spPr>
          <a:xfrm>
            <a:off x="5836267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75"/>
          <p:cNvSpPr/>
          <p:nvPr/>
        </p:nvSpPr>
        <p:spPr>
          <a:xfrm>
            <a:off x="7478298" y="3761225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75"/>
          <p:cNvSpPr/>
          <p:nvPr/>
        </p:nvSpPr>
        <p:spPr>
          <a:xfrm>
            <a:off x="7478298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75"/>
          <p:cNvSpPr/>
          <p:nvPr/>
        </p:nvSpPr>
        <p:spPr>
          <a:xfrm>
            <a:off x="7478298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75"/>
          <p:cNvSpPr/>
          <p:nvPr/>
        </p:nvSpPr>
        <p:spPr>
          <a:xfrm>
            <a:off x="4291974" y="396807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7" name="Google Shape;1457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396463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75"/>
          <p:cNvSpPr/>
          <p:nvPr/>
        </p:nvSpPr>
        <p:spPr>
          <a:xfrm>
            <a:off x="4291974" y="397496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75"/>
          <p:cNvSpPr/>
          <p:nvPr/>
        </p:nvSpPr>
        <p:spPr>
          <a:xfrm>
            <a:off x="4291974" y="397496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75"/>
          <p:cNvSpPr/>
          <p:nvPr/>
        </p:nvSpPr>
        <p:spPr>
          <a:xfrm>
            <a:off x="4291974" y="404371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75"/>
          <p:cNvSpPr/>
          <p:nvPr/>
        </p:nvSpPr>
        <p:spPr>
          <a:xfrm>
            <a:off x="4291974" y="404372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75"/>
          <p:cNvSpPr/>
          <p:nvPr/>
        </p:nvSpPr>
        <p:spPr>
          <a:xfrm>
            <a:off x="5836267" y="404371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75"/>
          <p:cNvSpPr/>
          <p:nvPr/>
        </p:nvSpPr>
        <p:spPr>
          <a:xfrm>
            <a:off x="5836267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75"/>
          <p:cNvSpPr/>
          <p:nvPr/>
        </p:nvSpPr>
        <p:spPr>
          <a:xfrm>
            <a:off x="5836267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75"/>
          <p:cNvSpPr/>
          <p:nvPr/>
        </p:nvSpPr>
        <p:spPr>
          <a:xfrm>
            <a:off x="7478298" y="404371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p75"/>
          <p:cNvSpPr/>
          <p:nvPr/>
        </p:nvSpPr>
        <p:spPr>
          <a:xfrm>
            <a:off x="7478298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75"/>
          <p:cNvSpPr/>
          <p:nvPr/>
        </p:nvSpPr>
        <p:spPr>
          <a:xfrm>
            <a:off x="7478298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75"/>
          <p:cNvSpPr/>
          <p:nvPr/>
        </p:nvSpPr>
        <p:spPr>
          <a:xfrm>
            <a:off x="4291974" y="425057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9" name="Google Shape;1469;p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35" y="4247132"/>
            <a:ext cx="4353051" cy="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7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233662"/>
            <a:ext cx="8539118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76"/>
          <p:cNvSpPr/>
          <p:nvPr/>
        </p:nvSpPr>
        <p:spPr>
          <a:xfrm>
            <a:off x="505809" y="1453694"/>
            <a:ext cx="8100970" cy="2756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76"/>
          <p:cNvSpPr/>
          <p:nvPr/>
        </p:nvSpPr>
        <p:spPr>
          <a:xfrm>
            <a:off x="505809" y="1453694"/>
            <a:ext cx="8100970" cy="2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76"/>
          <p:cNvSpPr/>
          <p:nvPr/>
        </p:nvSpPr>
        <p:spPr>
          <a:xfrm>
            <a:off x="505809" y="1453694"/>
            <a:ext cx="8100970" cy="20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76"/>
          <p:cNvSpPr/>
          <p:nvPr/>
        </p:nvSpPr>
        <p:spPr>
          <a:xfrm>
            <a:off x="505809" y="1453694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76"/>
          <p:cNvSpPr/>
          <p:nvPr/>
        </p:nvSpPr>
        <p:spPr>
          <a:xfrm>
            <a:off x="2186102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76"/>
          <p:cNvSpPr/>
          <p:nvPr/>
        </p:nvSpPr>
        <p:spPr>
          <a:xfrm>
            <a:off x="3933070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76"/>
          <p:cNvSpPr/>
          <p:nvPr/>
        </p:nvSpPr>
        <p:spPr>
          <a:xfrm>
            <a:off x="5680033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76"/>
          <p:cNvSpPr/>
          <p:nvPr/>
        </p:nvSpPr>
        <p:spPr>
          <a:xfrm>
            <a:off x="7427001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76"/>
          <p:cNvSpPr/>
          <p:nvPr/>
        </p:nvSpPr>
        <p:spPr>
          <a:xfrm>
            <a:off x="505809" y="1660547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5" name="Google Shape;1485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1657107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76"/>
          <p:cNvSpPr/>
          <p:nvPr/>
        </p:nvSpPr>
        <p:spPr>
          <a:xfrm>
            <a:off x="505809" y="1667421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7" name="Google Shape;1487;p76"/>
          <p:cNvSpPr/>
          <p:nvPr/>
        </p:nvSpPr>
        <p:spPr>
          <a:xfrm>
            <a:off x="505809" y="1667421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76"/>
          <p:cNvSpPr/>
          <p:nvPr/>
        </p:nvSpPr>
        <p:spPr>
          <a:xfrm>
            <a:off x="505809" y="1736179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76"/>
          <p:cNvSpPr/>
          <p:nvPr/>
        </p:nvSpPr>
        <p:spPr>
          <a:xfrm>
            <a:off x="505808" y="1736180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76"/>
          <p:cNvSpPr/>
          <p:nvPr/>
        </p:nvSpPr>
        <p:spPr>
          <a:xfrm>
            <a:off x="2196487" y="173617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76"/>
          <p:cNvSpPr/>
          <p:nvPr/>
        </p:nvSpPr>
        <p:spPr>
          <a:xfrm>
            <a:off x="2196487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76"/>
          <p:cNvSpPr/>
          <p:nvPr/>
        </p:nvSpPr>
        <p:spPr>
          <a:xfrm>
            <a:off x="2196487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76"/>
          <p:cNvSpPr/>
          <p:nvPr/>
        </p:nvSpPr>
        <p:spPr>
          <a:xfrm>
            <a:off x="3944316" y="173617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76"/>
          <p:cNvSpPr/>
          <p:nvPr/>
        </p:nvSpPr>
        <p:spPr>
          <a:xfrm>
            <a:off x="3944316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76"/>
          <p:cNvSpPr/>
          <p:nvPr/>
        </p:nvSpPr>
        <p:spPr>
          <a:xfrm>
            <a:off x="3944315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76"/>
          <p:cNvSpPr/>
          <p:nvPr/>
        </p:nvSpPr>
        <p:spPr>
          <a:xfrm>
            <a:off x="5692144" y="173617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76"/>
          <p:cNvSpPr/>
          <p:nvPr/>
        </p:nvSpPr>
        <p:spPr>
          <a:xfrm>
            <a:off x="5692144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76"/>
          <p:cNvSpPr/>
          <p:nvPr/>
        </p:nvSpPr>
        <p:spPr>
          <a:xfrm>
            <a:off x="5692144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76"/>
          <p:cNvSpPr/>
          <p:nvPr/>
        </p:nvSpPr>
        <p:spPr>
          <a:xfrm>
            <a:off x="7439973" y="1736179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76"/>
          <p:cNvSpPr/>
          <p:nvPr/>
        </p:nvSpPr>
        <p:spPr>
          <a:xfrm>
            <a:off x="7439972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76"/>
          <p:cNvSpPr/>
          <p:nvPr/>
        </p:nvSpPr>
        <p:spPr>
          <a:xfrm>
            <a:off x="7439972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76"/>
          <p:cNvSpPr/>
          <p:nvPr/>
        </p:nvSpPr>
        <p:spPr>
          <a:xfrm>
            <a:off x="505809" y="1943033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3" name="Google Shape;1503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1939592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76"/>
          <p:cNvSpPr/>
          <p:nvPr/>
        </p:nvSpPr>
        <p:spPr>
          <a:xfrm>
            <a:off x="505809" y="1949916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76"/>
          <p:cNvSpPr/>
          <p:nvPr/>
        </p:nvSpPr>
        <p:spPr>
          <a:xfrm>
            <a:off x="505809" y="1949916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76"/>
          <p:cNvSpPr/>
          <p:nvPr/>
        </p:nvSpPr>
        <p:spPr>
          <a:xfrm>
            <a:off x="505809" y="2018674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76"/>
          <p:cNvSpPr/>
          <p:nvPr/>
        </p:nvSpPr>
        <p:spPr>
          <a:xfrm>
            <a:off x="505808" y="2018675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76"/>
          <p:cNvSpPr/>
          <p:nvPr/>
        </p:nvSpPr>
        <p:spPr>
          <a:xfrm>
            <a:off x="2196487" y="201867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76"/>
          <p:cNvSpPr/>
          <p:nvPr/>
        </p:nvSpPr>
        <p:spPr>
          <a:xfrm>
            <a:off x="2196487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76"/>
          <p:cNvSpPr/>
          <p:nvPr/>
        </p:nvSpPr>
        <p:spPr>
          <a:xfrm>
            <a:off x="2196487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76"/>
          <p:cNvSpPr/>
          <p:nvPr/>
        </p:nvSpPr>
        <p:spPr>
          <a:xfrm>
            <a:off x="3944316" y="201867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76"/>
          <p:cNvSpPr/>
          <p:nvPr/>
        </p:nvSpPr>
        <p:spPr>
          <a:xfrm>
            <a:off x="3944316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76"/>
          <p:cNvSpPr/>
          <p:nvPr/>
        </p:nvSpPr>
        <p:spPr>
          <a:xfrm>
            <a:off x="3944315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76"/>
          <p:cNvSpPr/>
          <p:nvPr/>
        </p:nvSpPr>
        <p:spPr>
          <a:xfrm>
            <a:off x="5692144" y="201867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76"/>
          <p:cNvSpPr/>
          <p:nvPr/>
        </p:nvSpPr>
        <p:spPr>
          <a:xfrm>
            <a:off x="5692144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76"/>
          <p:cNvSpPr/>
          <p:nvPr/>
        </p:nvSpPr>
        <p:spPr>
          <a:xfrm>
            <a:off x="5692144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76"/>
          <p:cNvSpPr/>
          <p:nvPr/>
        </p:nvSpPr>
        <p:spPr>
          <a:xfrm>
            <a:off x="7439973" y="2018674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76"/>
          <p:cNvSpPr/>
          <p:nvPr/>
        </p:nvSpPr>
        <p:spPr>
          <a:xfrm>
            <a:off x="7439972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76"/>
          <p:cNvSpPr/>
          <p:nvPr/>
        </p:nvSpPr>
        <p:spPr>
          <a:xfrm>
            <a:off x="7439972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76"/>
          <p:cNvSpPr/>
          <p:nvPr/>
        </p:nvSpPr>
        <p:spPr>
          <a:xfrm>
            <a:off x="505809" y="2225528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1" name="Google Shape;1521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2222087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76"/>
          <p:cNvSpPr/>
          <p:nvPr/>
        </p:nvSpPr>
        <p:spPr>
          <a:xfrm>
            <a:off x="505809" y="2232401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76"/>
          <p:cNvSpPr/>
          <p:nvPr/>
        </p:nvSpPr>
        <p:spPr>
          <a:xfrm>
            <a:off x="505809" y="2232401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76"/>
          <p:cNvSpPr/>
          <p:nvPr/>
        </p:nvSpPr>
        <p:spPr>
          <a:xfrm>
            <a:off x="505809" y="2301159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76"/>
          <p:cNvSpPr/>
          <p:nvPr/>
        </p:nvSpPr>
        <p:spPr>
          <a:xfrm>
            <a:off x="505808" y="2301160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76"/>
          <p:cNvSpPr/>
          <p:nvPr/>
        </p:nvSpPr>
        <p:spPr>
          <a:xfrm>
            <a:off x="2196487" y="230115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76"/>
          <p:cNvSpPr/>
          <p:nvPr/>
        </p:nvSpPr>
        <p:spPr>
          <a:xfrm>
            <a:off x="2196487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76"/>
          <p:cNvSpPr/>
          <p:nvPr/>
        </p:nvSpPr>
        <p:spPr>
          <a:xfrm>
            <a:off x="2196487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76"/>
          <p:cNvSpPr/>
          <p:nvPr/>
        </p:nvSpPr>
        <p:spPr>
          <a:xfrm>
            <a:off x="3944316" y="230115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76"/>
          <p:cNvSpPr/>
          <p:nvPr/>
        </p:nvSpPr>
        <p:spPr>
          <a:xfrm>
            <a:off x="3944316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76"/>
          <p:cNvSpPr/>
          <p:nvPr/>
        </p:nvSpPr>
        <p:spPr>
          <a:xfrm>
            <a:off x="3944315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76"/>
          <p:cNvSpPr/>
          <p:nvPr/>
        </p:nvSpPr>
        <p:spPr>
          <a:xfrm>
            <a:off x="5692144" y="230115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76"/>
          <p:cNvSpPr/>
          <p:nvPr/>
        </p:nvSpPr>
        <p:spPr>
          <a:xfrm>
            <a:off x="5692144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76"/>
          <p:cNvSpPr/>
          <p:nvPr/>
        </p:nvSpPr>
        <p:spPr>
          <a:xfrm>
            <a:off x="5692144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76"/>
          <p:cNvSpPr/>
          <p:nvPr/>
        </p:nvSpPr>
        <p:spPr>
          <a:xfrm>
            <a:off x="7439973" y="2301159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76"/>
          <p:cNvSpPr/>
          <p:nvPr/>
        </p:nvSpPr>
        <p:spPr>
          <a:xfrm>
            <a:off x="7439972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7" name="Google Shape;1537;p76"/>
          <p:cNvSpPr/>
          <p:nvPr/>
        </p:nvSpPr>
        <p:spPr>
          <a:xfrm>
            <a:off x="7439972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76"/>
          <p:cNvSpPr/>
          <p:nvPr/>
        </p:nvSpPr>
        <p:spPr>
          <a:xfrm>
            <a:off x="505809" y="2508013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9" name="Google Shape;1539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250457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76"/>
          <p:cNvSpPr/>
          <p:nvPr/>
        </p:nvSpPr>
        <p:spPr>
          <a:xfrm>
            <a:off x="505809" y="2514896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76"/>
          <p:cNvSpPr/>
          <p:nvPr/>
        </p:nvSpPr>
        <p:spPr>
          <a:xfrm>
            <a:off x="505809" y="2514896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76"/>
          <p:cNvSpPr/>
          <p:nvPr/>
        </p:nvSpPr>
        <p:spPr>
          <a:xfrm>
            <a:off x="505809" y="2583654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76"/>
          <p:cNvSpPr/>
          <p:nvPr/>
        </p:nvSpPr>
        <p:spPr>
          <a:xfrm>
            <a:off x="505808" y="2583655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76"/>
          <p:cNvSpPr/>
          <p:nvPr/>
        </p:nvSpPr>
        <p:spPr>
          <a:xfrm>
            <a:off x="2196487" y="258365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76"/>
          <p:cNvSpPr/>
          <p:nvPr/>
        </p:nvSpPr>
        <p:spPr>
          <a:xfrm>
            <a:off x="2196487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76"/>
          <p:cNvSpPr/>
          <p:nvPr/>
        </p:nvSpPr>
        <p:spPr>
          <a:xfrm>
            <a:off x="2196487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76"/>
          <p:cNvSpPr/>
          <p:nvPr/>
        </p:nvSpPr>
        <p:spPr>
          <a:xfrm>
            <a:off x="3944316" y="258365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76"/>
          <p:cNvSpPr/>
          <p:nvPr/>
        </p:nvSpPr>
        <p:spPr>
          <a:xfrm>
            <a:off x="3944316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76"/>
          <p:cNvSpPr/>
          <p:nvPr/>
        </p:nvSpPr>
        <p:spPr>
          <a:xfrm>
            <a:off x="3944315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76"/>
          <p:cNvSpPr/>
          <p:nvPr/>
        </p:nvSpPr>
        <p:spPr>
          <a:xfrm>
            <a:off x="5692144" y="258365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76"/>
          <p:cNvSpPr/>
          <p:nvPr/>
        </p:nvSpPr>
        <p:spPr>
          <a:xfrm>
            <a:off x="5692144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76"/>
          <p:cNvSpPr/>
          <p:nvPr/>
        </p:nvSpPr>
        <p:spPr>
          <a:xfrm>
            <a:off x="5692144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76"/>
          <p:cNvSpPr/>
          <p:nvPr/>
        </p:nvSpPr>
        <p:spPr>
          <a:xfrm>
            <a:off x="7439973" y="2583654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76"/>
          <p:cNvSpPr/>
          <p:nvPr/>
        </p:nvSpPr>
        <p:spPr>
          <a:xfrm>
            <a:off x="7439972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6"/>
          <p:cNvSpPr/>
          <p:nvPr/>
        </p:nvSpPr>
        <p:spPr>
          <a:xfrm>
            <a:off x="7439972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76"/>
          <p:cNvSpPr/>
          <p:nvPr/>
        </p:nvSpPr>
        <p:spPr>
          <a:xfrm>
            <a:off x="505809" y="2790508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7" name="Google Shape;1557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2787067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76"/>
          <p:cNvSpPr/>
          <p:nvPr/>
        </p:nvSpPr>
        <p:spPr>
          <a:xfrm>
            <a:off x="505809" y="2797382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76"/>
          <p:cNvSpPr/>
          <p:nvPr/>
        </p:nvSpPr>
        <p:spPr>
          <a:xfrm>
            <a:off x="505809" y="2797382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76"/>
          <p:cNvSpPr/>
          <p:nvPr/>
        </p:nvSpPr>
        <p:spPr>
          <a:xfrm>
            <a:off x="505809" y="2866140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1" name="Google Shape;1561;p76"/>
          <p:cNvSpPr/>
          <p:nvPr/>
        </p:nvSpPr>
        <p:spPr>
          <a:xfrm>
            <a:off x="505808" y="2866141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76"/>
          <p:cNvSpPr/>
          <p:nvPr/>
        </p:nvSpPr>
        <p:spPr>
          <a:xfrm>
            <a:off x="2196487" y="286614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76"/>
          <p:cNvSpPr/>
          <p:nvPr/>
        </p:nvSpPr>
        <p:spPr>
          <a:xfrm>
            <a:off x="2196487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76"/>
          <p:cNvSpPr/>
          <p:nvPr/>
        </p:nvSpPr>
        <p:spPr>
          <a:xfrm>
            <a:off x="2196487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76"/>
          <p:cNvSpPr/>
          <p:nvPr/>
        </p:nvSpPr>
        <p:spPr>
          <a:xfrm>
            <a:off x="3944316" y="286614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76"/>
          <p:cNvSpPr/>
          <p:nvPr/>
        </p:nvSpPr>
        <p:spPr>
          <a:xfrm>
            <a:off x="3944316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76"/>
          <p:cNvSpPr/>
          <p:nvPr/>
        </p:nvSpPr>
        <p:spPr>
          <a:xfrm>
            <a:off x="3944315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76"/>
          <p:cNvSpPr/>
          <p:nvPr/>
        </p:nvSpPr>
        <p:spPr>
          <a:xfrm>
            <a:off x="5692144" y="286614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76"/>
          <p:cNvSpPr/>
          <p:nvPr/>
        </p:nvSpPr>
        <p:spPr>
          <a:xfrm>
            <a:off x="5692144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76"/>
          <p:cNvSpPr/>
          <p:nvPr/>
        </p:nvSpPr>
        <p:spPr>
          <a:xfrm>
            <a:off x="5692144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76"/>
          <p:cNvSpPr/>
          <p:nvPr/>
        </p:nvSpPr>
        <p:spPr>
          <a:xfrm>
            <a:off x="7439973" y="2866140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76"/>
          <p:cNvSpPr/>
          <p:nvPr/>
        </p:nvSpPr>
        <p:spPr>
          <a:xfrm>
            <a:off x="7439972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76"/>
          <p:cNvSpPr/>
          <p:nvPr/>
        </p:nvSpPr>
        <p:spPr>
          <a:xfrm>
            <a:off x="7439972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76"/>
          <p:cNvSpPr/>
          <p:nvPr/>
        </p:nvSpPr>
        <p:spPr>
          <a:xfrm>
            <a:off x="505809" y="307299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5" name="Google Shape;1575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06955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76"/>
          <p:cNvSpPr/>
          <p:nvPr/>
        </p:nvSpPr>
        <p:spPr>
          <a:xfrm>
            <a:off x="505809" y="3079867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76"/>
          <p:cNvSpPr/>
          <p:nvPr/>
        </p:nvSpPr>
        <p:spPr>
          <a:xfrm>
            <a:off x="505809" y="3079867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76"/>
          <p:cNvSpPr/>
          <p:nvPr/>
        </p:nvSpPr>
        <p:spPr>
          <a:xfrm>
            <a:off x="505809" y="314862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76"/>
          <p:cNvSpPr/>
          <p:nvPr/>
        </p:nvSpPr>
        <p:spPr>
          <a:xfrm>
            <a:off x="505808" y="3148626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76"/>
          <p:cNvSpPr/>
          <p:nvPr/>
        </p:nvSpPr>
        <p:spPr>
          <a:xfrm>
            <a:off x="2196487" y="314862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76"/>
          <p:cNvSpPr/>
          <p:nvPr/>
        </p:nvSpPr>
        <p:spPr>
          <a:xfrm>
            <a:off x="2196487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6"/>
          <p:cNvSpPr/>
          <p:nvPr/>
        </p:nvSpPr>
        <p:spPr>
          <a:xfrm>
            <a:off x="2196487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76"/>
          <p:cNvSpPr/>
          <p:nvPr/>
        </p:nvSpPr>
        <p:spPr>
          <a:xfrm>
            <a:off x="3944316" y="314862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p76"/>
          <p:cNvSpPr/>
          <p:nvPr/>
        </p:nvSpPr>
        <p:spPr>
          <a:xfrm>
            <a:off x="3944316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76"/>
          <p:cNvSpPr/>
          <p:nvPr/>
        </p:nvSpPr>
        <p:spPr>
          <a:xfrm>
            <a:off x="3944315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76"/>
          <p:cNvSpPr/>
          <p:nvPr/>
        </p:nvSpPr>
        <p:spPr>
          <a:xfrm>
            <a:off x="5692144" y="314862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76"/>
          <p:cNvSpPr/>
          <p:nvPr/>
        </p:nvSpPr>
        <p:spPr>
          <a:xfrm>
            <a:off x="5692144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76"/>
          <p:cNvSpPr/>
          <p:nvPr/>
        </p:nvSpPr>
        <p:spPr>
          <a:xfrm>
            <a:off x="5692144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76"/>
          <p:cNvSpPr/>
          <p:nvPr/>
        </p:nvSpPr>
        <p:spPr>
          <a:xfrm>
            <a:off x="7439973" y="3148626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76"/>
          <p:cNvSpPr/>
          <p:nvPr/>
        </p:nvSpPr>
        <p:spPr>
          <a:xfrm>
            <a:off x="7439972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76"/>
          <p:cNvSpPr/>
          <p:nvPr/>
        </p:nvSpPr>
        <p:spPr>
          <a:xfrm>
            <a:off x="7439972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76"/>
          <p:cNvSpPr/>
          <p:nvPr/>
        </p:nvSpPr>
        <p:spPr>
          <a:xfrm>
            <a:off x="505809" y="3355479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3" name="Google Shape;1593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352038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76"/>
          <p:cNvSpPr/>
          <p:nvPr/>
        </p:nvSpPr>
        <p:spPr>
          <a:xfrm>
            <a:off x="505809" y="3362362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76"/>
          <p:cNvSpPr/>
          <p:nvPr/>
        </p:nvSpPr>
        <p:spPr>
          <a:xfrm>
            <a:off x="505809" y="3362362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6" name="Google Shape;1596;p76"/>
          <p:cNvSpPr/>
          <p:nvPr/>
        </p:nvSpPr>
        <p:spPr>
          <a:xfrm>
            <a:off x="505809" y="3431120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76"/>
          <p:cNvSpPr/>
          <p:nvPr/>
        </p:nvSpPr>
        <p:spPr>
          <a:xfrm>
            <a:off x="505808" y="3431121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76"/>
          <p:cNvSpPr/>
          <p:nvPr/>
        </p:nvSpPr>
        <p:spPr>
          <a:xfrm>
            <a:off x="2196487" y="343112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76"/>
          <p:cNvSpPr/>
          <p:nvPr/>
        </p:nvSpPr>
        <p:spPr>
          <a:xfrm>
            <a:off x="2196487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76"/>
          <p:cNvSpPr/>
          <p:nvPr/>
        </p:nvSpPr>
        <p:spPr>
          <a:xfrm>
            <a:off x="2196487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76"/>
          <p:cNvSpPr/>
          <p:nvPr/>
        </p:nvSpPr>
        <p:spPr>
          <a:xfrm>
            <a:off x="3944316" y="343112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76"/>
          <p:cNvSpPr/>
          <p:nvPr/>
        </p:nvSpPr>
        <p:spPr>
          <a:xfrm>
            <a:off x="3944316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76"/>
          <p:cNvSpPr/>
          <p:nvPr/>
        </p:nvSpPr>
        <p:spPr>
          <a:xfrm>
            <a:off x="3944315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76"/>
          <p:cNvSpPr/>
          <p:nvPr/>
        </p:nvSpPr>
        <p:spPr>
          <a:xfrm>
            <a:off x="5692144" y="343112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76"/>
          <p:cNvSpPr/>
          <p:nvPr/>
        </p:nvSpPr>
        <p:spPr>
          <a:xfrm>
            <a:off x="5692144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76"/>
          <p:cNvSpPr/>
          <p:nvPr/>
        </p:nvSpPr>
        <p:spPr>
          <a:xfrm>
            <a:off x="5692144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76"/>
          <p:cNvSpPr/>
          <p:nvPr/>
        </p:nvSpPr>
        <p:spPr>
          <a:xfrm>
            <a:off x="7439973" y="3431120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6"/>
          <p:cNvSpPr/>
          <p:nvPr/>
        </p:nvSpPr>
        <p:spPr>
          <a:xfrm>
            <a:off x="7439972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76"/>
          <p:cNvSpPr/>
          <p:nvPr/>
        </p:nvSpPr>
        <p:spPr>
          <a:xfrm>
            <a:off x="7439972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76"/>
          <p:cNvSpPr/>
          <p:nvPr/>
        </p:nvSpPr>
        <p:spPr>
          <a:xfrm>
            <a:off x="505809" y="363797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1" name="Google Shape;1611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63453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76"/>
          <p:cNvSpPr/>
          <p:nvPr/>
        </p:nvSpPr>
        <p:spPr>
          <a:xfrm>
            <a:off x="505809" y="3644848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76"/>
          <p:cNvSpPr/>
          <p:nvPr/>
        </p:nvSpPr>
        <p:spPr>
          <a:xfrm>
            <a:off x="505809" y="3644848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76"/>
          <p:cNvSpPr/>
          <p:nvPr/>
        </p:nvSpPr>
        <p:spPr>
          <a:xfrm>
            <a:off x="505809" y="371360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76"/>
          <p:cNvSpPr/>
          <p:nvPr/>
        </p:nvSpPr>
        <p:spPr>
          <a:xfrm>
            <a:off x="505808" y="3713606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76"/>
          <p:cNvSpPr/>
          <p:nvPr/>
        </p:nvSpPr>
        <p:spPr>
          <a:xfrm>
            <a:off x="2196487" y="371360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76"/>
          <p:cNvSpPr/>
          <p:nvPr/>
        </p:nvSpPr>
        <p:spPr>
          <a:xfrm>
            <a:off x="2196487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76"/>
          <p:cNvSpPr/>
          <p:nvPr/>
        </p:nvSpPr>
        <p:spPr>
          <a:xfrm>
            <a:off x="2196487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76"/>
          <p:cNvSpPr/>
          <p:nvPr/>
        </p:nvSpPr>
        <p:spPr>
          <a:xfrm>
            <a:off x="3944316" y="371360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76"/>
          <p:cNvSpPr/>
          <p:nvPr/>
        </p:nvSpPr>
        <p:spPr>
          <a:xfrm>
            <a:off x="3944316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76"/>
          <p:cNvSpPr/>
          <p:nvPr/>
        </p:nvSpPr>
        <p:spPr>
          <a:xfrm>
            <a:off x="3944315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76"/>
          <p:cNvSpPr/>
          <p:nvPr/>
        </p:nvSpPr>
        <p:spPr>
          <a:xfrm>
            <a:off x="5692144" y="371360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76"/>
          <p:cNvSpPr/>
          <p:nvPr/>
        </p:nvSpPr>
        <p:spPr>
          <a:xfrm>
            <a:off x="5692144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76"/>
          <p:cNvSpPr/>
          <p:nvPr/>
        </p:nvSpPr>
        <p:spPr>
          <a:xfrm>
            <a:off x="5692144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76"/>
          <p:cNvSpPr/>
          <p:nvPr/>
        </p:nvSpPr>
        <p:spPr>
          <a:xfrm>
            <a:off x="7439973" y="3713606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76"/>
          <p:cNvSpPr/>
          <p:nvPr/>
        </p:nvSpPr>
        <p:spPr>
          <a:xfrm>
            <a:off x="7439972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76"/>
          <p:cNvSpPr/>
          <p:nvPr/>
        </p:nvSpPr>
        <p:spPr>
          <a:xfrm>
            <a:off x="7439972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76"/>
          <p:cNvSpPr/>
          <p:nvPr/>
        </p:nvSpPr>
        <p:spPr>
          <a:xfrm>
            <a:off x="505809" y="3920459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9" name="Google Shape;1629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917019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76"/>
          <p:cNvSpPr/>
          <p:nvPr/>
        </p:nvSpPr>
        <p:spPr>
          <a:xfrm>
            <a:off x="505809" y="3927342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76"/>
          <p:cNvSpPr/>
          <p:nvPr/>
        </p:nvSpPr>
        <p:spPr>
          <a:xfrm>
            <a:off x="505809" y="3927342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76"/>
          <p:cNvSpPr/>
          <p:nvPr/>
        </p:nvSpPr>
        <p:spPr>
          <a:xfrm>
            <a:off x="505809" y="3996100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76"/>
          <p:cNvSpPr/>
          <p:nvPr/>
        </p:nvSpPr>
        <p:spPr>
          <a:xfrm>
            <a:off x="505808" y="3996101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76"/>
          <p:cNvSpPr/>
          <p:nvPr/>
        </p:nvSpPr>
        <p:spPr>
          <a:xfrm>
            <a:off x="2196487" y="399610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5" name="Google Shape;1635;p76"/>
          <p:cNvSpPr/>
          <p:nvPr/>
        </p:nvSpPr>
        <p:spPr>
          <a:xfrm>
            <a:off x="2196487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76"/>
          <p:cNvSpPr/>
          <p:nvPr/>
        </p:nvSpPr>
        <p:spPr>
          <a:xfrm>
            <a:off x="2196487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76"/>
          <p:cNvSpPr/>
          <p:nvPr/>
        </p:nvSpPr>
        <p:spPr>
          <a:xfrm>
            <a:off x="3944316" y="399610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76"/>
          <p:cNvSpPr/>
          <p:nvPr/>
        </p:nvSpPr>
        <p:spPr>
          <a:xfrm>
            <a:off x="3944316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9" name="Google Shape;1639;p76"/>
          <p:cNvSpPr/>
          <p:nvPr/>
        </p:nvSpPr>
        <p:spPr>
          <a:xfrm>
            <a:off x="3944315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76"/>
          <p:cNvSpPr/>
          <p:nvPr/>
        </p:nvSpPr>
        <p:spPr>
          <a:xfrm>
            <a:off x="5692144" y="399610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6"/>
          <p:cNvSpPr/>
          <p:nvPr/>
        </p:nvSpPr>
        <p:spPr>
          <a:xfrm>
            <a:off x="5692144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6"/>
          <p:cNvSpPr/>
          <p:nvPr/>
        </p:nvSpPr>
        <p:spPr>
          <a:xfrm>
            <a:off x="5692144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76"/>
          <p:cNvSpPr/>
          <p:nvPr/>
        </p:nvSpPr>
        <p:spPr>
          <a:xfrm>
            <a:off x="7439973" y="3996100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76"/>
          <p:cNvSpPr/>
          <p:nvPr/>
        </p:nvSpPr>
        <p:spPr>
          <a:xfrm>
            <a:off x="7439972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5" name="Google Shape;1645;p76"/>
          <p:cNvSpPr/>
          <p:nvPr/>
        </p:nvSpPr>
        <p:spPr>
          <a:xfrm>
            <a:off x="7439972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76"/>
          <p:cNvSpPr/>
          <p:nvPr/>
        </p:nvSpPr>
        <p:spPr>
          <a:xfrm>
            <a:off x="505809" y="420295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7" name="Google Shape;1647;p7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419951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76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или в две строчки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4" name="Google Shape;1654;p77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200328"/>
            <a:ext cx="8539118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77"/>
          <p:cNvSpPr/>
          <p:nvPr/>
        </p:nvSpPr>
        <p:spPr>
          <a:xfrm>
            <a:off x="505809" y="1420361"/>
            <a:ext cx="8100970" cy="2756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77"/>
          <p:cNvSpPr/>
          <p:nvPr/>
        </p:nvSpPr>
        <p:spPr>
          <a:xfrm>
            <a:off x="505809" y="1420361"/>
            <a:ext cx="8100970" cy="2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77"/>
          <p:cNvSpPr/>
          <p:nvPr/>
        </p:nvSpPr>
        <p:spPr>
          <a:xfrm>
            <a:off x="505809" y="1420361"/>
            <a:ext cx="8100970" cy="20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77"/>
          <p:cNvSpPr/>
          <p:nvPr/>
        </p:nvSpPr>
        <p:spPr>
          <a:xfrm>
            <a:off x="505809" y="1420361"/>
            <a:ext cx="63340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77"/>
          <p:cNvSpPr/>
          <p:nvPr/>
        </p:nvSpPr>
        <p:spPr>
          <a:xfrm>
            <a:off x="1508840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77"/>
          <p:cNvSpPr/>
          <p:nvPr/>
        </p:nvSpPr>
        <p:spPr>
          <a:xfrm>
            <a:off x="2569016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77"/>
          <p:cNvSpPr/>
          <p:nvPr/>
        </p:nvSpPr>
        <p:spPr>
          <a:xfrm>
            <a:off x="3629197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77"/>
          <p:cNvSpPr/>
          <p:nvPr/>
        </p:nvSpPr>
        <p:spPr>
          <a:xfrm>
            <a:off x="4689373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77"/>
          <p:cNvSpPr/>
          <p:nvPr/>
        </p:nvSpPr>
        <p:spPr>
          <a:xfrm>
            <a:off x="5749554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77"/>
          <p:cNvSpPr/>
          <p:nvPr/>
        </p:nvSpPr>
        <p:spPr>
          <a:xfrm>
            <a:off x="6809735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77"/>
          <p:cNvSpPr/>
          <p:nvPr/>
        </p:nvSpPr>
        <p:spPr>
          <a:xfrm>
            <a:off x="7869911" y="1420361"/>
            <a:ext cx="380998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Итого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77"/>
          <p:cNvSpPr/>
          <p:nvPr/>
        </p:nvSpPr>
        <p:spPr>
          <a:xfrm>
            <a:off x="505809" y="162721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7" name="Google Shape;1667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1623774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77"/>
          <p:cNvSpPr/>
          <p:nvPr/>
        </p:nvSpPr>
        <p:spPr>
          <a:xfrm>
            <a:off x="505809" y="1634088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77"/>
          <p:cNvSpPr/>
          <p:nvPr/>
        </p:nvSpPr>
        <p:spPr>
          <a:xfrm>
            <a:off x="505809" y="1634088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77"/>
          <p:cNvSpPr/>
          <p:nvPr/>
        </p:nvSpPr>
        <p:spPr>
          <a:xfrm>
            <a:off x="505809" y="170284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77"/>
          <p:cNvSpPr/>
          <p:nvPr/>
        </p:nvSpPr>
        <p:spPr>
          <a:xfrm>
            <a:off x="505808" y="1702846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77"/>
          <p:cNvSpPr/>
          <p:nvPr/>
        </p:nvSpPr>
        <p:spPr>
          <a:xfrm>
            <a:off x="1515453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77"/>
          <p:cNvSpPr/>
          <p:nvPr/>
        </p:nvSpPr>
        <p:spPr>
          <a:xfrm>
            <a:off x="1515453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77"/>
          <p:cNvSpPr/>
          <p:nvPr/>
        </p:nvSpPr>
        <p:spPr>
          <a:xfrm>
            <a:off x="1515453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77"/>
          <p:cNvSpPr/>
          <p:nvPr/>
        </p:nvSpPr>
        <p:spPr>
          <a:xfrm>
            <a:off x="2577485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77"/>
          <p:cNvSpPr/>
          <p:nvPr/>
        </p:nvSpPr>
        <p:spPr>
          <a:xfrm>
            <a:off x="2577485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77"/>
          <p:cNvSpPr/>
          <p:nvPr/>
        </p:nvSpPr>
        <p:spPr>
          <a:xfrm>
            <a:off x="2577485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77"/>
          <p:cNvSpPr/>
          <p:nvPr/>
        </p:nvSpPr>
        <p:spPr>
          <a:xfrm>
            <a:off x="3639517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77"/>
          <p:cNvSpPr/>
          <p:nvPr/>
        </p:nvSpPr>
        <p:spPr>
          <a:xfrm>
            <a:off x="3639517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77"/>
          <p:cNvSpPr/>
          <p:nvPr/>
        </p:nvSpPr>
        <p:spPr>
          <a:xfrm>
            <a:off x="3639517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77"/>
          <p:cNvSpPr/>
          <p:nvPr/>
        </p:nvSpPr>
        <p:spPr>
          <a:xfrm>
            <a:off x="4701549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77"/>
          <p:cNvSpPr/>
          <p:nvPr/>
        </p:nvSpPr>
        <p:spPr>
          <a:xfrm>
            <a:off x="4701549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77"/>
          <p:cNvSpPr/>
          <p:nvPr/>
        </p:nvSpPr>
        <p:spPr>
          <a:xfrm>
            <a:off x="4701549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77"/>
          <p:cNvSpPr/>
          <p:nvPr/>
        </p:nvSpPr>
        <p:spPr>
          <a:xfrm>
            <a:off x="5763581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77"/>
          <p:cNvSpPr/>
          <p:nvPr/>
        </p:nvSpPr>
        <p:spPr>
          <a:xfrm>
            <a:off x="5763581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77"/>
          <p:cNvSpPr/>
          <p:nvPr/>
        </p:nvSpPr>
        <p:spPr>
          <a:xfrm>
            <a:off x="5763581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77"/>
          <p:cNvSpPr/>
          <p:nvPr/>
        </p:nvSpPr>
        <p:spPr>
          <a:xfrm>
            <a:off x="6825613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77"/>
          <p:cNvSpPr/>
          <p:nvPr/>
        </p:nvSpPr>
        <p:spPr>
          <a:xfrm>
            <a:off x="6825613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77"/>
          <p:cNvSpPr/>
          <p:nvPr/>
        </p:nvSpPr>
        <p:spPr>
          <a:xfrm>
            <a:off x="6825613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77"/>
          <p:cNvSpPr/>
          <p:nvPr/>
        </p:nvSpPr>
        <p:spPr>
          <a:xfrm>
            <a:off x="7887645" y="1702846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77"/>
          <p:cNvSpPr/>
          <p:nvPr/>
        </p:nvSpPr>
        <p:spPr>
          <a:xfrm>
            <a:off x="7887645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77"/>
          <p:cNvSpPr/>
          <p:nvPr/>
        </p:nvSpPr>
        <p:spPr>
          <a:xfrm>
            <a:off x="7887645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77"/>
          <p:cNvSpPr/>
          <p:nvPr/>
        </p:nvSpPr>
        <p:spPr>
          <a:xfrm>
            <a:off x="505809" y="1909700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4" name="Google Shape;1694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1906259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77"/>
          <p:cNvSpPr/>
          <p:nvPr/>
        </p:nvSpPr>
        <p:spPr>
          <a:xfrm>
            <a:off x="505809" y="1916583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77"/>
          <p:cNvSpPr/>
          <p:nvPr/>
        </p:nvSpPr>
        <p:spPr>
          <a:xfrm>
            <a:off x="505809" y="1916583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77"/>
          <p:cNvSpPr/>
          <p:nvPr/>
        </p:nvSpPr>
        <p:spPr>
          <a:xfrm>
            <a:off x="505809" y="1985341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77"/>
          <p:cNvSpPr/>
          <p:nvPr/>
        </p:nvSpPr>
        <p:spPr>
          <a:xfrm>
            <a:off x="505808" y="1985341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77"/>
          <p:cNvSpPr/>
          <p:nvPr/>
        </p:nvSpPr>
        <p:spPr>
          <a:xfrm>
            <a:off x="1515453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77"/>
          <p:cNvSpPr/>
          <p:nvPr/>
        </p:nvSpPr>
        <p:spPr>
          <a:xfrm>
            <a:off x="1515453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77"/>
          <p:cNvSpPr/>
          <p:nvPr/>
        </p:nvSpPr>
        <p:spPr>
          <a:xfrm>
            <a:off x="1515453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77"/>
          <p:cNvSpPr/>
          <p:nvPr/>
        </p:nvSpPr>
        <p:spPr>
          <a:xfrm>
            <a:off x="2577485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77"/>
          <p:cNvSpPr/>
          <p:nvPr/>
        </p:nvSpPr>
        <p:spPr>
          <a:xfrm>
            <a:off x="2577485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77"/>
          <p:cNvSpPr/>
          <p:nvPr/>
        </p:nvSpPr>
        <p:spPr>
          <a:xfrm>
            <a:off x="2577485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77"/>
          <p:cNvSpPr/>
          <p:nvPr/>
        </p:nvSpPr>
        <p:spPr>
          <a:xfrm>
            <a:off x="3639517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77"/>
          <p:cNvSpPr/>
          <p:nvPr/>
        </p:nvSpPr>
        <p:spPr>
          <a:xfrm>
            <a:off x="3639517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77"/>
          <p:cNvSpPr/>
          <p:nvPr/>
        </p:nvSpPr>
        <p:spPr>
          <a:xfrm>
            <a:off x="3639517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77"/>
          <p:cNvSpPr/>
          <p:nvPr/>
        </p:nvSpPr>
        <p:spPr>
          <a:xfrm>
            <a:off x="4701549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77"/>
          <p:cNvSpPr/>
          <p:nvPr/>
        </p:nvSpPr>
        <p:spPr>
          <a:xfrm>
            <a:off x="4701549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77"/>
          <p:cNvSpPr/>
          <p:nvPr/>
        </p:nvSpPr>
        <p:spPr>
          <a:xfrm>
            <a:off x="4701549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77"/>
          <p:cNvSpPr/>
          <p:nvPr/>
        </p:nvSpPr>
        <p:spPr>
          <a:xfrm>
            <a:off x="5763581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2" name="Google Shape;1712;p77"/>
          <p:cNvSpPr/>
          <p:nvPr/>
        </p:nvSpPr>
        <p:spPr>
          <a:xfrm>
            <a:off x="5763581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77"/>
          <p:cNvSpPr/>
          <p:nvPr/>
        </p:nvSpPr>
        <p:spPr>
          <a:xfrm>
            <a:off x="5763581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77"/>
          <p:cNvSpPr/>
          <p:nvPr/>
        </p:nvSpPr>
        <p:spPr>
          <a:xfrm>
            <a:off x="6825613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77"/>
          <p:cNvSpPr/>
          <p:nvPr/>
        </p:nvSpPr>
        <p:spPr>
          <a:xfrm>
            <a:off x="6825613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77"/>
          <p:cNvSpPr/>
          <p:nvPr/>
        </p:nvSpPr>
        <p:spPr>
          <a:xfrm>
            <a:off x="6825613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77"/>
          <p:cNvSpPr/>
          <p:nvPr/>
        </p:nvSpPr>
        <p:spPr>
          <a:xfrm>
            <a:off x="7887645" y="1985341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77"/>
          <p:cNvSpPr/>
          <p:nvPr/>
        </p:nvSpPr>
        <p:spPr>
          <a:xfrm>
            <a:off x="7887645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77"/>
          <p:cNvSpPr/>
          <p:nvPr/>
        </p:nvSpPr>
        <p:spPr>
          <a:xfrm>
            <a:off x="7887645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505809" y="2192195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1" name="Google Shape;1721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2188754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77"/>
          <p:cNvSpPr/>
          <p:nvPr/>
        </p:nvSpPr>
        <p:spPr>
          <a:xfrm>
            <a:off x="505809" y="2199068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77"/>
          <p:cNvSpPr/>
          <p:nvPr/>
        </p:nvSpPr>
        <p:spPr>
          <a:xfrm>
            <a:off x="505809" y="2199068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4" name="Google Shape;1724;p77"/>
          <p:cNvSpPr/>
          <p:nvPr/>
        </p:nvSpPr>
        <p:spPr>
          <a:xfrm>
            <a:off x="505809" y="226782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77"/>
          <p:cNvSpPr/>
          <p:nvPr/>
        </p:nvSpPr>
        <p:spPr>
          <a:xfrm>
            <a:off x="505808" y="2267826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77"/>
          <p:cNvSpPr/>
          <p:nvPr/>
        </p:nvSpPr>
        <p:spPr>
          <a:xfrm>
            <a:off x="1515453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77"/>
          <p:cNvSpPr/>
          <p:nvPr/>
        </p:nvSpPr>
        <p:spPr>
          <a:xfrm>
            <a:off x="1515453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77"/>
          <p:cNvSpPr/>
          <p:nvPr/>
        </p:nvSpPr>
        <p:spPr>
          <a:xfrm>
            <a:off x="1515453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77"/>
          <p:cNvSpPr/>
          <p:nvPr/>
        </p:nvSpPr>
        <p:spPr>
          <a:xfrm>
            <a:off x="2577485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p77"/>
          <p:cNvSpPr/>
          <p:nvPr/>
        </p:nvSpPr>
        <p:spPr>
          <a:xfrm>
            <a:off x="2577485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1" name="Google Shape;1731;p77"/>
          <p:cNvSpPr/>
          <p:nvPr/>
        </p:nvSpPr>
        <p:spPr>
          <a:xfrm>
            <a:off x="2577485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77"/>
          <p:cNvSpPr/>
          <p:nvPr/>
        </p:nvSpPr>
        <p:spPr>
          <a:xfrm>
            <a:off x="3639517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77"/>
          <p:cNvSpPr/>
          <p:nvPr/>
        </p:nvSpPr>
        <p:spPr>
          <a:xfrm>
            <a:off x="3639517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77"/>
          <p:cNvSpPr/>
          <p:nvPr/>
        </p:nvSpPr>
        <p:spPr>
          <a:xfrm>
            <a:off x="3639517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77"/>
          <p:cNvSpPr/>
          <p:nvPr/>
        </p:nvSpPr>
        <p:spPr>
          <a:xfrm>
            <a:off x="4701549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77"/>
          <p:cNvSpPr/>
          <p:nvPr/>
        </p:nvSpPr>
        <p:spPr>
          <a:xfrm>
            <a:off x="4701549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77"/>
          <p:cNvSpPr/>
          <p:nvPr/>
        </p:nvSpPr>
        <p:spPr>
          <a:xfrm>
            <a:off x="4701549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77"/>
          <p:cNvSpPr/>
          <p:nvPr/>
        </p:nvSpPr>
        <p:spPr>
          <a:xfrm>
            <a:off x="5763581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77"/>
          <p:cNvSpPr/>
          <p:nvPr/>
        </p:nvSpPr>
        <p:spPr>
          <a:xfrm>
            <a:off x="5763581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77"/>
          <p:cNvSpPr/>
          <p:nvPr/>
        </p:nvSpPr>
        <p:spPr>
          <a:xfrm>
            <a:off x="5763581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77"/>
          <p:cNvSpPr/>
          <p:nvPr/>
        </p:nvSpPr>
        <p:spPr>
          <a:xfrm>
            <a:off x="6825613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77"/>
          <p:cNvSpPr/>
          <p:nvPr/>
        </p:nvSpPr>
        <p:spPr>
          <a:xfrm>
            <a:off x="6825613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77"/>
          <p:cNvSpPr/>
          <p:nvPr/>
        </p:nvSpPr>
        <p:spPr>
          <a:xfrm>
            <a:off x="6825613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77"/>
          <p:cNvSpPr/>
          <p:nvPr/>
        </p:nvSpPr>
        <p:spPr>
          <a:xfrm>
            <a:off x="7887645" y="2267826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77"/>
          <p:cNvSpPr/>
          <p:nvPr/>
        </p:nvSpPr>
        <p:spPr>
          <a:xfrm>
            <a:off x="7887645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77"/>
          <p:cNvSpPr/>
          <p:nvPr/>
        </p:nvSpPr>
        <p:spPr>
          <a:xfrm>
            <a:off x="7887645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77"/>
          <p:cNvSpPr/>
          <p:nvPr/>
        </p:nvSpPr>
        <p:spPr>
          <a:xfrm>
            <a:off x="505809" y="2474680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8" name="Google Shape;1748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2471239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77"/>
          <p:cNvSpPr/>
          <p:nvPr/>
        </p:nvSpPr>
        <p:spPr>
          <a:xfrm>
            <a:off x="505809" y="2481563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77"/>
          <p:cNvSpPr/>
          <p:nvPr/>
        </p:nvSpPr>
        <p:spPr>
          <a:xfrm>
            <a:off x="505809" y="2481563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p77"/>
          <p:cNvSpPr/>
          <p:nvPr/>
        </p:nvSpPr>
        <p:spPr>
          <a:xfrm>
            <a:off x="505809" y="2550321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77"/>
          <p:cNvSpPr/>
          <p:nvPr/>
        </p:nvSpPr>
        <p:spPr>
          <a:xfrm>
            <a:off x="505808" y="2550321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77"/>
          <p:cNvSpPr/>
          <p:nvPr/>
        </p:nvSpPr>
        <p:spPr>
          <a:xfrm>
            <a:off x="1515453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77"/>
          <p:cNvSpPr/>
          <p:nvPr/>
        </p:nvSpPr>
        <p:spPr>
          <a:xfrm>
            <a:off x="1515453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77"/>
          <p:cNvSpPr/>
          <p:nvPr/>
        </p:nvSpPr>
        <p:spPr>
          <a:xfrm>
            <a:off x="1515453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77"/>
          <p:cNvSpPr/>
          <p:nvPr/>
        </p:nvSpPr>
        <p:spPr>
          <a:xfrm>
            <a:off x="2577485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77"/>
          <p:cNvSpPr/>
          <p:nvPr/>
        </p:nvSpPr>
        <p:spPr>
          <a:xfrm>
            <a:off x="2577485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8" name="Google Shape;1758;p77"/>
          <p:cNvSpPr/>
          <p:nvPr/>
        </p:nvSpPr>
        <p:spPr>
          <a:xfrm>
            <a:off x="2577485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77"/>
          <p:cNvSpPr/>
          <p:nvPr/>
        </p:nvSpPr>
        <p:spPr>
          <a:xfrm>
            <a:off x="3639517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77"/>
          <p:cNvSpPr/>
          <p:nvPr/>
        </p:nvSpPr>
        <p:spPr>
          <a:xfrm>
            <a:off x="3639517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77"/>
          <p:cNvSpPr/>
          <p:nvPr/>
        </p:nvSpPr>
        <p:spPr>
          <a:xfrm>
            <a:off x="3639517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77"/>
          <p:cNvSpPr/>
          <p:nvPr/>
        </p:nvSpPr>
        <p:spPr>
          <a:xfrm>
            <a:off x="4701549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77"/>
          <p:cNvSpPr/>
          <p:nvPr/>
        </p:nvSpPr>
        <p:spPr>
          <a:xfrm>
            <a:off x="4701549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4" name="Google Shape;1764;p77"/>
          <p:cNvSpPr/>
          <p:nvPr/>
        </p:nvSpPr>
        <p:spPr>
          <a:xfrm>
            <a:off x="4701549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77"/>
          <p:cNvSpPr/>
          <p:nvPr/>
        </p:nvSpPr>
        <p:spPr>
          <a:xfrm>
            <a:off x="5763581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77"/>
          <p:cNvSpPr/>
          <p:nvPr/>
        </p:nvSpPr>
        <p:spPr>
          <a:xfrm>
            <a:off x="5763581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77"/>
          <p:cNvSpPr/>
          <p:nvPr/>
        </p:nvSpPr>
        <p:spPr>
          <a:xfrm>
            <a:off x="5763581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77"/>
          <p:cNvSpPr/>
          <p:nvPr/>
        </p:nvSpPr>
        <p:spPr>
          <a:xfrm>
            <a:off x="6825613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77"/>
          <p:cNvSpPr/>
          <p:nvPr/>
        </p:nvSpPr>
        <p:spPr>
          <a:xfrm>
            <a:off x="6825613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77"/>
          <p:cNvSpPr/>
          <p:nvPr/>
        </p:nvSpPr>
        <p:spPr>
          <a:xfrm>
            <a:off x="6825613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77"/>
          <p:cNvSpPr/>
          <p:nvPr/>
        </p:nvSpPr>
        <p:spPr>
          <a:xfrm>
            <a:off x="7887645" y="2550321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77"/>
          <p:cNvSpPr/>
          <p:nvPr/>
        </p:nvSpPr>
        <p:spPr>
          <a:xfrm>
            <a:off x="7887645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77"/>
          <p:cNvSpPr/>
          <p:nvPr/>
        </p:nvSpPr>
        <p:spPr>
          <a:xfrm>
            <a:off x="7887645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77"/>
          <p:cNvSpPr/>
          <p:nvPr/>
        </p:nvSpPr>
        <p:spPr>
          <a:xfrm>
            <a:off x="505809" y="2757175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5" name="Google Shape;1775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2753734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77"/>
          <p:cNvSpPr/>
          <p:nvPr/>
        </p:nvSpPr>
        <p:spPr>
          <a:xfrm>
            <a:off x="505809" y="2764049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77"/>
          <p:cNvSpPr/>
          <p:nvPr/>
        </p:nvSpPr>
        <p:spPr>
          <a:xfrm>
            <a:off x="505809" y="2764049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8" name="Google Shape;1778;p77"/>
          <p:cNvSpPr/>
          <p:nvPr/>
        </p:nvSpPr>
        <p:spPr>
          <a:xfrm>
            <a:off x="505809" y="2832807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77"/>
          <p:cNvSpPr/>
          <p:nvPr/>
        </p:nvSpPr>
        <p:spPr>
          <a:xfrm>
            <a:off x="505808" y="2832807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77"/>
          <p:cNvSpPr/>
          <p:nvPr/>
        </p:nvSpPr>
        <p:spPr>
          <a:xfrm>
            <a:off x="1515453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77"/>
          <p:cNvSpPr/>
          <p:nvPr/>
        </p:nvSpPr>
        <p:spPr>
          <a:xfrm>
            <a:off x="1515453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77"/>
          <p:cNvSpPr/>
          <p:nvPr/>
        </p:nvSpPr>
        <p:spPr>
          <a:xfrm>
            <a:off x="1515453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77"/>
          <p:cNvSpPr/>
          <p:nvPr/>
        </p:nvSpPr>
        <p:spPr>
          <a:xfrm>
            <a:off x="2577485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p77"/>
          <p:cNvSpPr/>
          <p:nvPr/>
        </p:nvSpPr>
        <p:spPr>
          <a:xfrm>
            <a:off x="2577485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p77"/>
          <p:cNvSpPr/>
          <p:nvPr/>
        </p:nvSpPr>
        <p:spPr>
          <a:xfrm>
            <a:off x="2577485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77"/>
          <p:cNvSpPr/>
          <p:nvPr/>
        </p:nvSpPr>
        <p:spPr>
          <a:xfrm>
            <a:off x="3639517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7" name="Google Shape;1787;p77"/>
          <p:cNvSpPr/>
          <p:nvPr/>
        </p:nvSpPr>
        <p:spPr>
          <a:xfrm>
            <a:off x="3639517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77"/>
          <p:cNvSpPr/>
          <p:nvPr/>
        </p:nvSpPr>
        <p:spPr>
          <a:xfrm>
            <a:off x="3639517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77"/>
          <p:cNvSpPr/>
          <p:nvPr/>
        </p:nvSpPr>
        <p:spPr>
          <a:xfrm>
            <a:off x="4701549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77"/>
          <p:cNvSpPr/>
          <p:nvPr/>
        </p:nvSpPr>
        <p:spPr>
          <a:xfrm>
            <a:off x="4701549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77"/>
          <p:cNvSpPr/>
          <p:nvPr/>
        </p:nvSpPr>
        <p:spPr>
          <a:xfrm>
            <a:off x="4701549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77"/>
          <p:cNvSpPr/>
          <p:nvPr/>
        </p:nvSpPr>
        <p:spPr>
          <a:xfrm>
            <a:off x="5763581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77"/>
          <p:cNvSpPr/>
          <p:nvPr/>
        </p:nvSpPr>
        <p:spPr>
          <a:xfrm>
            <a:off x="5763581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77"/>
          <p:cNvSpPr/>
          <p:nvPr/>
        </p:nvSpPr>
        <p:spPr>
          <a:xfrm>
            <a:off x="5763581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77"/>
          <p:cNvSpPr/>
          <p:nvPr/>
        </p:nvSpPr>
        <p:spPr>
          <a:xfrm>
            <a:off x="6825613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77"/>
          <p:cNvSpPr/>
          <p:nvPr/>
        </p:nvSpPr>
        <p:spPr>
          <a:xfrm>
            <a:off x="6825613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7" name="Google Shape;1797;p77"/>
          <p:cNvSpPr/>
          <p:nvPr/>
        </p:nvSpPr>
        <p:spPr>
          <a:xfrm>
            <a:off x="6825613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77"/>
          <p:cNvSpPr/>
          <p:nvPr/>
        </p:nvSpPr>
        <p:spPr>
          <a:xfrm>
            <a:off x="7887645" y="2832807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77"/>
          <p:cNvSpPr/>
          <p:nvPr/>
        </p:nvSpPr>
        <p:spPr>
          <a:xfrm>
            <a:off x="7887645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77"/>
          <p:cNvSpPr/>
          <p:nvPr/>
        </p:nvSpPr>
        <p:spPr>
          <a:xfrm>
            <a:off x="7887645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77"/>
          <p:cNvSpPr/>
          <p:nvPr/>
        </p:nvSpPr>
        <p:spPr>
          <a:xfrm>
            <a:off x="505809" y="3039661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2" name="Google Shape;1802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036220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77"/>
          <p:cNvSpPr/>
          <p:nvPr/>
        </p:nvSpPr>
        <p:spPr>
          <a:xfrm>
            <a:off x="505809" y="3046534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4" name="Google Shape;1804;p77"/>
          <p:cNvSpPr/>
          <p:nvPr/>
        </p:nvSpPr>
        <p:spPr>
          <a:xfrm>
            <a:off x="505809" y="3046534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77"/>
          <p:cNvSpPr/>
          <p:nvPr/>
        </p:nvSpPr>
        <p:spPr>
          <a:xfrm>
            <a:off x="505809" y="3115292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77"/>
          <p:cNvSpPr/>
          <p:nvPr/>
        </p:nvSpPr>
        <p:spPr>
          <a:xfrm>
            <a:off x="505808" y="3115293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77"/>
          <p:cNvSpPr/>
          <p:nvPr/>
        </p:nvSpPr>
        <p:spPr>
          <a:xfrm>
            <a:off x="1515453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77"/>
          <p:cNvSpPr/>
          <p:nvPr/>
        </p:nvSpPr>
        <p:spPr>
          <a:xfrm>
            <a:off x="1515453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77"/>
          <p:cNvSpPr/>
          <p:nvPr/>
        </p:nvSpPr>
        <p:spPr>
          <a:xfrm>
            <a:off x="1515453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77"/>
          <p:cNvSpPr/>
          <p:nvPr/>
        </p:nvSpPr>
        <p:spPr>
          <a:xfrm>
            <a:off x="2577485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77"/>
          <p:cNvSpPr/>
          <p:nvPr/>
        </p:nvSpPr>
        <p:spPr>
          <a:xfrm>
            <a:off x="2577485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77"/>
          <p:cNvSpPr/>
          <p:nvPr/>
        </p:nvSpPr>
        <p:spPr>
          <a:xfrm>
            <a:off x="2577485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77"/>
          <p:cNvSpPr/>
          <p:nvPr/>
        </p:nvSpPr>
        <p:spPr>
          <a:xfrm>
            <a:off x="3639517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77"/>
          <p:cNvSpPr/>
          <p:nvPr/>
        </p:nvSpPr>
        <p:spPr>
          <a:xfrm>
            <a:off x="3639517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77"/>
          <p:cNvSpPr/>
          <p:nvPr/>
        </p:nvSpPr>
        <p:spPr>
          <a:xfrm>
            <a:off x="3639517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77"/>
          <p:cNvSpPr/>
          <p:nvPr/>
        </p:nvSpPr>
        <p:spPr>
          <a:xfrm>
            <a:off x="4701549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77"/>
          <p:cNvSpPr/>
          <p:nvPr/>
        </p:nvSpPr>
        <p:spPr>
          <a:xfrm>
            <a:off x="4701549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77"/>
          <p:cNvSpPr/>
          <p:nvPr/>
        </p:nvSpPr>
        <p:spPr>
          <a:xfrm>
            <a:off x="4701549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77"/>
          <p:cNvSpPr/>
          <p:nvPr/>
        </p:nvSpPr>
        <p:spPr>
          <a:xfrm>
            <a:off x="5763581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77"/>
          <p:cNvSpPr/>
          <p:nvPr/>
        </p:nvSpPr>
        <p:spPr>
          <a:xfrm>
            <a:off x="5763581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77"/>
          <p:cNvSpPr/>
          <p:nvPr/>
        </p:nvSpPr>
        <p:spPr>
          <a:xfrm>
            <a:off x="5763581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77"/>
          <p:cNvSpPr/>
          <p:nvPr/>
        </p:nvSpPr>
        <p:spPr>
          <a:xfrm>
            <a:off x="6825613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77"/>
          <p:cNvSpPr/>
          <p:nvPr/>
        </p:nvSpPr>
        <p:spPr>
          <a:xfrm>
            <a:off x="6825613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77"/>
          <p:cNvSpPr/>
          <p:nvPr/>
        </p:nvSpPr>
        <p:spPr>
          <a:xfrm>
            <a:off x="6825613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77"/>
          <p:cNvSpPr/>
          <p:nvPr/>
        </p:nvSpPr>
        <p:spPr>
          <a:xfrm>
            <a:off x="7887645" y="3115292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p77"/>
          <p:cNvSpPr/>
          <p:nvPr/>
        </p:nvSpPr>
        <p:spPr>
          <a:xfrm>
            <a:off x="7887645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7" name="Google Shape;1827;p77"/>
          <p:cNvSpPr/>
          <p:nvPr/>
        </p:nvSpPr>
        <p:spPr>
          <a:xfrm>
            <a:off x="7887645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77"/>
          <p:cNvSpPr/>
          <p:nvPr/>
        </p:nvSpPr>
        <p:spPr>
          <a:xfrm>
            <a:off x="505809" y="3322146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9" name="Google Shape;1829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318705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77"/>
          <p:cNvSpPr/>
          <p:nvPr/>
        </p:nvSpPr>
        <p:spPr>
          <a:xfrm>
            <a:off x="505809" y="3329029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77"/>
          <p:cNvSpPr/>
          <p:nvPr/>
        </p:nvSpPr>
        <p:spPr>
          <a:xfrm>
            <a:off x="505809" y="3329029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77"/>
          <p:cNvSpPr/>
          <p:nvPr/>
        </p:nvSpPr>
        <p:spPr>
          <a:xfrm>
            <a:off x="505809" y="3397787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77"/>
          <p:cNvSpPr/>
          <p:nvPr/>
        </p:nvSpPr>
        <p:spPr>
          <a:xfrm>
            <a:off x="505808" y="3397787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77"/>
          <p:cNvSpPr/>
          <p:nvPr/>
        </p:nvSpPr>
        <p:spPr>
          <a:xfrm>
            <a:off x="1515453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77"/>
          <p:cNvSpPr/>
          <p:nvPr/>
        </p:nvSpPr>
        <p:spPr>
          <a:xfrm>
            <a:off x="1515453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p77"/>
          <p:cNvSpPr/>
          <p:nvPr/>
        </p:nvSpPr>
        <p:spPr>
          <a:xfrm>
            <a:off x="1515453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77"/>
          <p:cNvSpPr/>
          <p:nvPr/>
        </p:nvSpPr>
        <p:spPr>
          <a:xfrm>
            <a:off x="2577485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77"/>
          <p:cNvSpPr/>
          <p:nvPr/>
        </p:nvSpPr>
        <p:spPr>
          <a:xfrm>
            <a:off x="2577485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77"/>
          <p:cNvSpPr/>
          <p:nvPr/>
        </p:nvSpPr>
        <p:spPr>
          <a:xfrm>
            <a:off x="2577485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77"/>
          <p:cNvSpPr/>
          <p:nvPr/>
        </p:nvSpPr>
        <p:spPr>
          <a:xfrm>
            <a:off x="3639517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77"/>
          <p:cNvSpPr/>
          <p:nvPr/>
        </p:nvSpPr>
        <p:spPr>
          <a:xfrm>
            <a:off x="3639517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77"/>
          <p:cNvSpPr/>
          <p:nvPr/>
        </p:nvSpPr>
        <p:spPr>
          <a:xfrm>
            <a:off x="3639517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77"/>
          <p:cNvSpPr/>
          <p:nvPr/>
        </p:nvSpPr>
        <p:spPr>
          <a:xfrm>
            <a:off x="4701549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77"/>
          <p:cNvSpPr/>
          <p:nvPr/>
        </p:nvSpPr>
        <p:spPr>
          <a:xfrm>
            <a:off x="4701549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77"/>
          <p:cNvSpPr/>
          <p:nvPr/>
        </p:nvSpPr>
        <p:spPr>
          <a:xfrm>
            <a:off x="4701549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77"/>
          <p:cNvSpPr/>
          <p:nvPr/>
        </p:nvSpPr>
        <p:spPr>
          <a:xfrm>
            <a:off x="5763581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77"/>
          <p:cNvSpPr/>
          <p:nvPr/>
        </p:nvSpPr>
        <p:spPr>
          <a:xfrm>
            <a:off x="5763581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77"/>
          <p:cNvSpPr/>
          <p:nvPr/>
        </p:nvSpPr>
        <p:spPr>
          <a:xfrm>
            <a:off x="5763581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77"/>
          <p:cNvSpPr/>
          <p:nvPr/>
        </p:nvSpPr>
        <p:spPr>
          <a:xfrm>
            <a:off x="6825613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77"/>
          <p:cNvSpPr/>
          <p:nvPr/>
        </p:nvSpPr>
        <p:spPr>
          <a:xfrm>
            <a:off x="6825613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77"/>
          <p:cNvSpPr/>
          <p:nvPr/>
        </p:nvSpPr>
        <p:spPr>
          <a:xfrm>
            <a:off x="6825613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77"/>
          <p:cNvSpPr/>
          <p:nvPr/>
        </p:nvSpPr>
        <p:spPr>
          <a:xfrm>
            <a:off x="7887645" y="3397787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" name="Google Shape;1853;p77"/>
          <p:cNvSpPr/>
          <p:nvPr/>
        </p:nvSpPr>
        <p:spPr>
          <a:xfrm>
            <a:off x="7887645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77"/>
          <p:cNvSpPr/>
          <p:nvPr/>
        </p:nvSpPr>
        <p:spPr>
          <a:xfrm>
            <a:off x="7887645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77"/>
          <p:cNvSpPr/>
          <p:nvPr/>
        </p:nvSpPr>
        <p:spPr>
          <a:xfrm>
            <a:off x="505809" y="3604641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6" name="Google Shape;1856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601200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77"/>
          <p:cNvSpPr/>
          <p:nvPr/>
        </p:nvSpPr>
        <p:spPr>
          <a:xfrm>
            <a:off x="505809" y="3611514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77"/>
          <p:cNvSpPr/>
          <p:nvPr/>
        </p:nvSpPr>
        <p:spPr>
          <a:xfrm>
            <a:off x="505809" y="3611514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9" name="Google Shape;1859;p77"/>
          <p:cNvSpPr/>
          <p:nvPr/>
        </p:nvSpPr>
        <p:spPr>
          <a:xfrm>
            <a:off x="505809" y="3680273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77"/>
          <p:cNvSpPr/>
          <p:nvPr/>
        </p:nvSpPr>
        <p:spPr>
          <a:xfrm>
            <a:off x="505808" y="3680273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77"/>
          <p:cNvSpPr/>
          <p:nvPr/>
        </p:nvSpPr>
        <p:spPr>
          <a:xfrm>
            <a:off x="1515453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77"/>
          <p:cNvSpPr/>
          <p:nvPr/>
        </p:nvSpPr>
        <p:spPr>
          <a:xfrm>
            <a:off x="1515453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77"/>
          <p:cNvSpPr/>
          <p:nvPr/>
        </p:nvSpPr>
        <p:spPr>
          <a:xfrm>
            <a:off x="1515453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77"/>
          <p:cNvSpPr/>
          <p:nvPr/>
        </p:nvSpPr>
        <p:spPr>
          <a:xfrm>
            <a:off x="2577485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77"/>
          <p:cNvSpPr/>
          <p:nvPr/>
        </p:nvSpPr>
        <p:spPr>
          <a:xfrm>
            <a:off x="2577485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77"/>
          <p:cNvSpPr/>
          <p:nvPr/>
        </p:nvSpPr>
        <p:spPr>
          <a:xfrm>
            <a:off x="2577485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77"/>
          <p:cNvSpPr/>
          <p:nvPr/>
        </p:nvSpPr>
        <p:spPr>
          <a:xfrm>
            <a:off x="3639517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77"/>
          <p:cNvSpPr/>
          <p:nvPr/>
        </p:nvSpPr>
        <p:spPr>
          <a:xfrm>
            <a:off x="3639517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77"/>
          <p:cNvSpPr/>
          <p:nvPr/>
        </p:nvSpPr>
        <p:spPr>
          <a:xfrm>
            <a:off x="3639517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77"/>
          <p:cNvSpPr/>
          <p:nvPr/>
        </p:nvSpPr>
        <p:spPr>
          <a:xfrm>
            <a:off x="4701549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p77"/>
          <p:cNvSpPr/>
          <p:nvPr/>
        </p:nvSpPr>
        <p:spPr>
          <a:xfrm>
            <a:off x="4701549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77"/>
          <p:cNvSpPr/>
          <p:nvPr/>
        </p:nvSpPr>
        <p:spPr>
          <a:xfrm>
            <a:off x="4701549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77"/>
          <p:cNvSpPr/>
          <p:nvPr/>
        </p:nvSpPr>
        <p:spPr>
          <a:xfrm>
            <a:off x="5763581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4" name="Google Shape;1874;p77"/>
          <p:cNvSpPr/>
          <p:nvPr/>
        </p:nvSpPr>
        <p:spPr>
          <a:xfrm>
            <a:off x="5763581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77"/>
          <p:cNvSpPr/>
          <p:nvPr/>
        </p:nvSpPr>
        <p:spPr>
          <a:xfrm>
            <a:off x="5763581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77"/>
          <p:cNvSpPr/>
          <p:nvPr/>
        </p:nvSpPr>
        <p:spPr>
          <a:xfrm>
            <a:off x="6825613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77"/>
          <p:cNvSpPr/>
          <p:nvPr/>
        </p:nvSpPr>
        <p:spPr>
          <a:xfrm>
            <a:off x="6825613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8" name="Google Shape;1878;p77"/>
          <p:cNvSpPr/>
          <p:nvPr/>
        </p:nvSpPr>
        <p:spPr>
          <a:xfrm>
            <a:off x="6825613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77"/>
          <p:cNvSpPr/>
          <p:nvPr/>
        </p:nvSpPr>
        <p:spPr>
          <a:xfrm>
            <a:off x="7887645" y="3680273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77"/>
          <p:cNvSpPr/>
          <p:nvPr/>
        </p:nvSpPr>
        <p:spPr>
          <a:xfrm>
            <a:off x="7887645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77"/>
          <p:cNvSpPr/>
          <p:nvPr/>
        </p:nvSpPr>
        <p:spPr>
          <a:xfrm>
            <a:off x="7887645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77"/>
          <p:cNvSpPr/>
          <p:nvPr/>
        </p:nvSpPr>
        <p:spPr>
          <a:xfrm>
            <a:off x="505809" y="3887126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3" name="Google Shape;1883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3883685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Google Shape;1884;p77"/>
          <p:cNvSpPr/>
          <p:nvPr/>
        </p:nvSpPr>
        <p:spPr>
          <a:xfrm>
            <a:off x="505809" y="3894009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77"/>
          <p:cNvSpPr/>
          <p:nvPr/>
        </p:nvSpPr>
        <p:spPr>
          <a:xfrm>
            <a:off x="505809" y="3894009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77"/>
          <p:cNvSpPr/>
          <p:nvPr/>
        </p:nvSpPr>
        <p:spPr>
          <a:xfrm>
            <a:off x="505809" y="3962767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77"/>
          <p:cNvSpPr/>
          <p:nvPr/>
        </p:nvSpPr>
        <p:spPr>
          <a:xfrm>
            <a:off x="505808" y="3962767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77"/>
          <p:cNvSpPr/>
          <p:nvPr/>
        </p:nvSpPr>
        <p:spPr>
          <a:xfrm>
            <a:off x="1515453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77"/>
          <p:cNvSpPr/>
          <p:nvPr/>
        </p:nvSpPr>
        <p:spPr>
          <a:xfrm>
            <a:off x="1515453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77"/>
          <p:cNvSpPr/>
          <p:nvPr/>
        </p:nvSpPr>
        <p:spPr>
          <a:xfrm>
            <a:off x="1515453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77"/>
          <p:cNvSpPr/>
          <p:nvPr/>
        </p:nvSpPr>
        <p:spPr>
          <a:xfrm>
            <a:off x="2577485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77"/>
          <p:cNvSpPr/>
          <p:nvPr/>
        </p:nvSpPr>
        <p:spPr>
          <a:xfrm>
            <a:off x="2577485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77"/>
          <p:cNvSpPr/>
          <p:nvPr/>
        </p:nvSpPr>
        <p:spPr>
          <a:xfrm>
            <a:off x="2577485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77"/>
          <p:cNvSpPr/>
          <p:nvPr/>
        </p:nvSpPr>
        <p:spPr>
          <a:xfrm>
            <a:off x="3639517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77"/>
          <p:cNvSpPr/>
          <p:nvPr/>
        </p:nvSpPr>
        <p:spPr>
          <a:xfrm>
            <a:off x="3639517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77"/>
          <p:cNvSpPr/>
          <p:nvPr/>
        </p:nvSpPr>
        <p:spPr>
          <a:xfrm>
            <a:off x="3639517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77"/>
          <p:cNvSpPr/>
          <p:nvPr/>
        </p:nvSpPr>
        <p:spPr>
          <a:xfrm>
            <a:off x="4701549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8" name="Google Shape;1898;p77"/>
          <p:cNvSpPr/>
          <p:nvPr/>
        </p:nvSpPr>
        <p:spPr>
          <a:xfrm>
            <a:off x="4701549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77"/>
          <p:cNvSpPr/>
          <p:nvPr/>
        </p:nvSpPr>
        <p:spPr>
          <a:xfrm>
            <a:off x="4701549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77"/>
          <p:cNvSpPr/>
          <p:nvPr/>
        </p:nvSpPr>
        <p:spPr>
          <a:xfrm>
            <a:off x="5763581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77"/>
          <p:cNvSpPr/>
          <p:nvPr/>
        </p:nvSpPr>
        <p:spPr>
          <a:xfrm>
            <a:off x="5763581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77"/>
          <p:cNvSpPr/>
          <p:nvPr/>
        </p:nvSpPr>
        <p:spPr>
          <a:xfrm>
            <a:off x="5763581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77"/>
          <p:cNvSpPr/>
          <p:nvPr/>
        </p:nvSpPr>
        <p:spPr>
          <a:xfrm>
            <a:off x="6825613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77"/>
          <p:cNvSpPr/>
          <p:nvPr/>
        </p:nvSpPr>
        <p:spPr>
          <a:xfrm>
            <a:off x="6825613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77"/>
          <p:cNvSpPr/>
          <p:nvPr/>
        </p:nvSpPr>
        <p:spPr>
          <a:xfrm>
            <a:off x="6825613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77"/>
          <p:cNvSpPr/>
          <p:nvPr/>
        </p:nvSpPr>
        <p:spPr>
          <a:xfrm>
            <a:off x="7887645" y="3962767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p77"/>
          <p:cNvSpPr/>
          <p:nvPr/>
        </p:nvSpPr>
        <p:spPr>
          <a:xfrm>
            <a:off x="7887645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8" name="Google Shape;1908;p77"/>
          <p:cNvSpPr/>
          <p:nvPr/>
        </p:nvSpPr>
        <p:spPr>
          <a:xfrm>
            <a:off x="7887645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675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77"/>
          <p:cNvSpPr/>
          <p:nvPr/>
        </p:nvSpPr>
        <p:spPr>
          <a:xfrm>
            <a:off x="505809" y="4169621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0" name="Google Shape;1910;p7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372" y="4166180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77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или в две строчки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78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1917" y="1281280"/>
            <a:ext cx="4786287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78"/>
          <p:cNvSpPr/>
          <p:nvPr/>
        </p:nvSpPr>
        <p:spPr>
          <a:xfrm>
            <a:off x="4291977" y="1501313"/>
            <a:ext cx="4346172" cy="2756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78"/>
          <p:cNvSpPr/>
          <p:nvPr/>
        </p:nvSpPr>
        <p:spPr>
          <a:xfrm>
            <a:off x="4291977" y="1501313"/>
            <a:ext cx="4346172" cy="2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0" name="Google Shape;1920;p78"/>
          <p:cNvSpPr/>
          <p:nvPr/>
        </p:nvSpPr>
        <p:spPr>
          <a:xfrm>
            <a:off x="4291977" y="1501313"/>
            <a:ext cx="4346172" cy="20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1" name="Google Shape;1921;p78"/>
          <p:cNvSpPr/>
          <p:nvPr/>
        </p:nvSpPr>
        <p:spPr>
          <a:xfrm>
            <a:off x="4291976" y="1501313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78"/>
          <p:cNvSpPr/>
          <p:nvPr/>
        </p:nvSpPr>
        <p:spPr>
          <a:xfrm>
            <a:off x="5841837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78"/>
          <p:cNvSpPr/>
          <p:nvPr/>
        </p:nvSpPr>
        <p:spPr>
          <a:xfrm>
            <a:off x="7458371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78"/>
          <p:cNvSpPr/>
          <p:nvPr/>
        </p:nvSpPr>
        <p:spPr>
          <a:xfrm>
            <a:off x="4291977" y="1708166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5" name="Google Shape;1925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1704726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26" name="Google Shape;1926;p78"/>
          <p:cNvSpPr/>
          <p:nvPr/>
        </p:nvSpPr>
        <p:spPr>
          <a:xfrm>
            <a:off x="4291977" y="171504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78"/>
          <p:cNvSpPr/>
          <p:nvPr/>
        </p:nvSpPr>
        <p:spPr>
          <a:xfrm>
            <a:off x="4291977" y="171504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8" name="Google Shape;1928;p78"/>
          <p:cNvSpPr/>
          <p:nvPr/>
        </p:nvSpPr>
        <p:spPr>
          <a:xfrm>
            <a:off x="4291977" y="178379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9" name="Google Shape;1929;p78"/>
          <p:cNvSpPr/>
          <p:nvPr/>
        </p:nvSpPr>
        <p:spPr>
          <a:xfrm>
            <a:off x="4291977" y="178379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78"/>
          <p:cNvSpPr/>
          <p:nvPr/>
        </p:nvSpPr>
        <p:spPr>
          <a:xfrm>
            <a:off x="5836269" y="1803078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78"/>
          <p:cNvSpPr/>
          <p:nvPr/>
        </p:nvSpPr>
        <p:spPr>
          <a:xfrm>
            <a:off x="5836270" y="1803078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2" name="Google Shape;1932;p78"/>
          <p:cNvSpPr/>
          <p:nvPr/>
        </p:nvSpPr>
        <p:spPr>
          <a:xfrm>
            <a:off x="5836270" y="1803078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3" name="Google Shape;1933;p78"/>
          <p:cNvSpPr/>
          <p:nvPr/>
        </p:nvSpPr>
        <p:spPr>
          <a:xfrm>
            <a:off x="5836270" y="1803078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78"/>
          <p:cNvSpPr/>
          <p:nvPr/>
        </p:nvSpPr>
        <p:spPr>
          <a:xfrm>
            <a:off x="5836270" y="1803078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5" name="Google Shape;1935;p78"/>
          <p:cNvSpPr/>
          <p:nvPr/>
        </p:nvSpPr>
        <p:spPr>
          <a:xfrm>
            <a:off x="5836270" y="1803078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78"/>
          <p:cNvSpPr/>
          <p:nvPr/>
        </p:nvSpPr>
        <p:spPr>
          <a:xfrm>
            <a:off x="6004236" y="1821893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78"/>
          <p:cNvSpPr/>
          <p:nvPr/>
        </p:nvSpPr>
        <p:spPr>
          <a:xfrm>
            <a:off x="6358993" y="1803078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78"/>
          <p:cNvSpPr/>
          <p:nvPr/>
        </p:nvSpPr>
        <p:spPr>
          <a:xfrm>
            <a:off x="6358993" y="1803078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78"/>
          <p:cNvSpPr/>
          <p:nvPr/>
        </p:nvSpPr>
        <p:spPr>
          <a:xfrm>
            <a:off x="6407897" y="1821894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78"/>
          <p:cNvSpPr/>
          <p:nvPr/>
        </p:nvSpPr>
        <p:spPr>
          <a:xfrm>
            <a:off x="7478305" y="178379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78"/>
          <p:cNvSpPr/>
          <p:nvPr/>
        </p:nvSpPr>
        <p:spPr>
          <a:xfrm>
            <a:off x="7478305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78"/>
          <p:cNvSpPr/>
          <p:nvPr/>
        </p:nvSpPr>
        <p:spPr>
          <a:xfrm>
            <a:off x="7478305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78"/>
          <p:cNvSpPr/>
          <p:nvPr/>
        </p:nvSpPr>
        <p:spPr>
          <a:xfrm>
            <a:off x="4291977" y="199065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4" name="Google Shape;1944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1987211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78"/>
          <p:cNvSpPr/>
          <p:nvPr/>
        </p:nvSpPr>
        <p:spPr>
          <a:xfrm>
            <a:off x="4291977" y="199753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p78"/>
          <p:cNvSpPr/>
          <p:nvPr/>
        </p:nvSpPr>
        <p:spPr>
          <a:xfrm>
            <a:off x="4291977" y="199753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78"/>
          <p:cNvSpPr/>
          <p:nvPr/>
        </p:nvSpPr>
        <p:spPr>
          <a:xfrm>
            <a:off x="4291977" y="206629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78"/>
          <p:cNvSpPr/>
          <p:nvPr/>
        </p:nvSpPr>
        <p:spPr>
          <a:xfrm>
            <a:off x="4291977" y="206629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78"/>
          <p:cNvSpPr/>
          <p:nvPr/>
        </p:nvSpPr>
        <p:spPr>
          <a:xfrm>
            <a:off x="5836269" y="2085573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78"/>
          <p:cNvSpPr/>
          <p:nvPr/>
        </p:nvSpPr>
        <p:spPr>
          <a:xfrm>
            <a:off x="5836270" y="208557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78"/>
          <p:cNvSpPr/>
          <p:nvPr/>
        </p:nvSpPr>
        <p:spPr>
          <a:xfrm>
            <a:off x="5836270" y="208557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78"/>
          <p:cNvSpPr/>
          <p:nvPr/>
        </p:nvSpPr>
        <p:spPr>
          <a:xfrm>
            <a:off x="5836270" y="208557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78"/>
          <p:cNvSpPr/>
          <p:nvPr/>
        </p:nvSpPr>
        <p:spPr>
          <a:xfrm>
            <a:off x="5836270" y="208557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4" name="Google Shape;1954;p78"/>
          <p:cNvSpPr/>
          <p:nvPr/>
        </p:nvSpPr>
        <p:spPr>
          <a:xfrm>
            <a:off x="5836270" y="2085573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5" name="Google Shape;1955;p78"/>
          <p:cNvSpPr/>
          <p:nvPr/>
        </p:nvSpPr>
        <p:spPr>
          <a:xfrm>
            <a:off x="6004236" y="2104388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78"/>
          <p:cNvSpPr/>
          <p:nvPr/>
        </p:nvSpPr>
        <p:spPr>
          <a:xfrm>
            <a:off x="6358993" y="208557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7" name="Google Shape;1957;p78"/>
          <p:cNvSpPr/>
          <p:nvPr/>
        </p:nvSpPr>
        <p:spPr>
          <a:xfrm>
            <a:off x="6358993" y="2085573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8" name="Google Shape;1958;p78"/>
          <p:cNvSpPr/>
          <p:nvPr/>
        </p:nvSpPr>
        <p:spPr>
          <a:xfrm>
            <a:off x="6407897" y="2104389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78"/>
          <p:cNvSpPr/>
          <p:nvPr/>
        </p:nvSpPr>
        <p:spPr>
          <a:xfrm>
            <a:off x="7478305" y="206629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0" name="Google Shape;1960;p78"/>
          <p:cNvSpPr/>
          <p:nvPr/>
        </p:nvSpPr>
        <p:spPr>
          <a:xfrm>
            <a:off x="7478305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1" name="Google Shape;1961;p78"/>
          <p:cNvSpPr/>
          <p:nvPr/>
        </p:nvSpPr>
        <p:spPr>
          <a:xfrm>
            <a:off x="7478305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78"/>
          <p:cNvSpPr/>
          <p:nvPr/>
        </p:nvSpPr>
        <p:spPr>
          <a:xfrm>
            <a:off x="4291977" y="227314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3" name="Google Shape;1963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2269706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78"/>
          <p:cNvSpPr/>
          <p:nvPr/>
        </p:nvSpPr>
        <p:spPr>
          <a:xfrm>
            <a:off x="4291977" y="228002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78"/>
          <p:cNvSpPr/>
          <p:nvPr/>
        </p:nvSpPr>
        <p:spPr>
          <a:xfrm>
            <a:off x="4291977" y="228002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78"/>
          <p:cNvSpPr/>
          <p:nvPr/>
        </p:nvSpPr>
        <p:spPr>
          <a:xfrm>
            <a:off x="4291977" y="234877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78"/>
          <p:cNvSpPr/>
          <p:nvPr/>
        </p:nvSpPr>
        <p:spPr>
          <a:xfrm>
            <a:off x="4291977" y="234877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78"/>
          <p:cNvSpPr/>
          <p:nvPr/>
        </p:nvSpPr>
        <p:spPr>
          <a:xfrm>
            <a:off x="5836269" y="2368059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78"/>
          <p:cNvSpPr/>
          <p:nvPr/>
        </p:nvSpPr>
        <p:spPr>
          <a:xfrm>
            <a:off x="5836270" y="236805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78"/>
          <p:cNvSpPr/>
          <p:nvPr/>
        </p:nvSpPr>
        <p:spPr>
          <a:xfrm>
            <a:off x="5836270" y="236805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78"/>
          <p:cNvSpPr/>
          <p:nvPr/>
        </p:nvSpPr>
        <p:spPr>
          <a:xfrm>
            <a:off x="5836270" y="236805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78"/>
          <p:cNvSpPr/>
          <p:nvPr/>
        </p:nvSpPr>
        <p:spPr>
          <a:xfrm>
            <a:off x="5836270" y="236805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78"/>
          <p:cNvSpPr/>
          <p:nvPr/>
        </p:nvSpPr>
        <p:spPr>
          <a:xfrm>
            <a:off x="5836270" y="2368059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4" name="Google Shape;1974;p78"/>
          <p:cNvSpPr/>
          <p:nvPr/>
        </p:nvSpPr>
        <p:spPr>
          <a:xfrm>
            <a:off x="6004236" y="2386874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78"/>
          <p:cNvSpPr/>
          <p:nvPr/>
        </p:nvSpPr>
        <p:spPr>
          <a:xfrm>
            <a:off x="6358993" y="236805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6" name="Google Shape;1976;p78"/>
          <p:cNvSpPr/>
          <p:nvPr/>
        </p:nvSpPr>
        <p:spPr>
          <a:xfrm>
            <a:off x="6358993" y="2368059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7" name="Google Shape;1977;p78"/>
          <p:cNvSpPr/>
          <p:nvPr/>
        </p:nvSpPr>
        <p:spPr>
          <a:xfrm>
            <a:off x="6407897" y="2386874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78"/>
          <p:cNvSpPr/>
          <p:nvPr/>
        </p:nvSpPr>
        <p:spPr>
          <a:xfrm>
            <a:off x="7478305" y="234877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p78"/>
          <p:cNvSpPr/>
          <p:nvPr/>
        </p:nvSpPr>
        <p:spPr>
          <a:xfrm>
            <a:off x="7478305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78"/>
          <p:cNvSpPr/>
          <p:nvPr/>
        </p:nvSpPr>
        <p:spPr>
          <a:xfrm>
            <a:off x="7478305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78"/>
          <p:cNvSpPr/>
          <p:nvPr/>
        </p:nvSpPr>
        <p:spPr>
          <a:xfrm>
            <a:off x="4291977" y="255563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2" name="Google Shape;1982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2552191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3" name="Google Shape;1983;p78"/>
          <p:cNvSpPr/>
          <p:nvPr/>
        </p:nvSpPr>
        <p:spPr>
          <a:xfrm>
            <a:off x="4291977" y="256251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p78"/>
          <p:cNvSpPr/>
          <p:nvPr/>
        </p:nvSpPr>
        <p:spPr>
          <a:xfrm>
            <a:off x="4291977" y="256251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5" name="Google Shape;1985;p78"/>
          <p:cNvSpPr/>
          <p:nvPr/>
        </p:nvSpPr>
        <p:spPr>
          <a:xfrm>
            <a:off x="4291977" y="263127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78"/>
          <p:cNvSpPr/>
          <p:nvPr/>
        </p:nvSpPr>
        <p:spPr>
          <a:xfrm>
            <a:off x="4291977" y="263127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78"/>
          <p:cNvSpPr/>
          <p:nvPr/>
        </p:nvSpPr>
        <p:spPr>
          <a:xfrm>
            <a:off x="5836269" y="2650553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8" name="Google Shape;1988;p78"/>
          <p:cNvSpPr/>
          <p:nvPr/>
        </p:nvSpPr>
        <p:spPr>
          <a:xfrm>
            <a:off x="5836270" y="265055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9" name="Google Shape;1989;p78"/>
          <p:cNvSpPr/>
          <p:nvPr/>
        </p:nvSpPr>
        <p:spPr>
          <a:xfrm>
            <a:off x="5836270" y="265055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78"/>
          <p:cNvSpPr/>
          <p:nvPr/>
        </p:nvSpPr>
        <p:spPr>
          <a:xfrm>
            <a:off x="5836270" y="265055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78"/>
          <p:cNvSpPr/>
          <p:nvPr/>
        </p:nvSpPr>
        <p:spPr>
          <a:xfrm>
            <a:off x="5836270" y="265055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78"/>
          <p:cNvSpPr/>
          <p:nvPr/>
        </p:nvSpPr>
        <p:spPr>
          <a:xfrm>
            <a:off x="5836270" y="2650553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78"/>
          <p:cNvSpPr/>
          <p:nvPr/>
        </p:nvSpPr>
        <p:spPr>
          <a:xfrm>
            <a:off x="6004236" y="2669369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78"/>
          <p:cNvSpPr/>
          <p:nvPr/>
        </p:nvSpPr>
        <p:spPr>
          <a:xfrm>
            <a:off x="6358993" y="265055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p78"/>
          <p:cNvSpPr/>
          <p:nvPr/>
        </p:nvSpPr>
        <p:spPr>
          <a:xfrm>
            <a:off x="6358993" y="2650553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p78"/>
          <p:cNvSpPr/>
          <p:nvPr/>
        </p:nvSpPr>
        <p:spPr>
          <a:xfrm>
            <a:off x="6407897" y="2669369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78"/>
          <p:cNvSpPr/>
          <p:nvPr/>
        </p:nvSpPr>
        <p:spPr>
          <a:xfrm>
            <a:off x="7478305" y="263127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78"/>
          <p:cNvSpPr/>
          <p:nvPr/>
        </p:nvSpPr>
        <p:spPr>
          <a:xfrm>
            <a:off x="7478305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9" name="Google Shape;1999;p78"/>
          <p:cNvSpPr/>
          <p:nvPr/>
        </p:nvSpPr>
        <p:spPr>
          <a:xfrm>
            <a:off x="7478305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78"/>
          <p:cNvSpPr/>
          <p:nvPr/>
        </p:nvSpPr>
        <p:spPr>
          <a:xfrm>
            <a:off x="4291977" y="283812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1" name="Google Shape;2001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2834686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78"/>
          <p:cNvSpPr/>
          <p:nvPr/>
        </p:nvSpPr>
        <p:spPr>
          <a:xfrm>
            <a:off x="4291977" y="284500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3" name="Google Shape;2003;p78"/>
          <p:cNvSpPr/>
          <p:nvPr/>
        </p:nvSpPr>
        <p:spPr>
          <a:xfrm>
            <a:off x="4291977" y="284500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78"/>
          <p:cNvSpPr/>
          <p:nvPr/>
        </p:nvSpPr>
        <p:spPr>
          <a:xfrm>
            <a:off x="4291977" y="291375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78"/>
          <p:cNvSpPr/>
          <p:nvPr/>
        </p:nvSpPr>
        <p:spPr>
          <a:xfrm>
            <a:off x="4291977" y="291375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78"/>
          <p:cNvSpPr/>
          <p:nvPr/>
        </p:nvSpPr>
        <p:spPr>
          <a:xfrm>
            <a:off x="5836269" y="2933039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78"/>
          <p:cNvSpPr/>
          <p:nvPr/>
        </p:nvSpPr>
        <p:spPr>
          <a:xfrm>
            <a:off x="5836270" y="293303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78"/>
          <p:cNvSpPr/>
          <p:nvPr/>
        </p:nvSpPr>
        <p:spPr>
          <a:xfrm>
            <a:off x="5836270" y="293303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9" name="Google Shape;2009;p78"/>
          <p:cNvSpPr/>
          <p:nvPr/>
        </p:nvSpPr>
        <p:spPr>
          <a:xfrm>
            <a:off x="5836270" y="293303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78"/>
          <p:cNvSpPr/>
          <p:nvPr/>
        </p:nvSpPr>
        <p:spPr>
          <a:xfrm>
            <a:off x="5836270" y="293303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1" name="Google Shape;2011;p78"/>
          <p:cNvSpPr/>
          <p:nvPr/>
        </p:nvSpPr>
        <p:spPr>
          <a:xfrm>
            <a:off x="5836270" y="2933039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2" name="Google Shape;2012;p78"/>
          <p:cNvSpPr/>
          <p:nvPr/>
        </p:nvSpPr>
        <p:spPr>
          <a:xfrm>
            <a:off x="6004236" y="2951854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78"/>
          <p:cNvSpPr/>
          <p:nvPr/>
        </p:nvSpPr>
        <p:spPr>
          <a:xfrm>
            <a:off x="6358993" y="293303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78"/>
          <p:cNvSpPr/>
          <p:nvPr/>
        </p:nvSpPr>
        <p:spPr>
          <a:xfrm>
            <a:off x="6358993" y="2933039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78"/>
          <p:cNvSpPr/>
          <p:nvPr/>
        </p:nvSpPr>
        <p:spPr>
          <a:xfrm>
            <a:off x="6407897" y="2951854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78"/>
          <p:cNvSpPr/>
          <p:nvPr/>
        </p:nvSpPr>
        <p:spPr>
          <a:xfrm>
            <a:off x="7478305" y="291375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78"/>
          <p:cNvSpPr/>
          <p:nvPr/>
        </p:nvSpPr>
        <p:spPr>
          <a:xfrm>
            <a:off x="7478305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8" name="Google Shape;2018;p78"/>
          <p:cNvSpPr/>
          <p:nvPr/>
        </p:nvSpPr>
        <p:spPr>
          <a:xfrm>
            <a:off x="7478305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78"/>
          <p:cNvSpPr/>
          <p:nvPr/>
        </p:nvSpPr>
        <p:spPr>
          <a:xfrm>
            <a:off x="4291977" y="312061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0" name="Google Shape;2020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3117172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78"/>
          <p:cNvSpPr/>
          <p:nvPr/>
        </p:nvSpPr>
        <p:spPr>
          <a:xfrm>
            <a:off x="4291977" y="312748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2" name="Google Shape;2022;p78"/>
          <p:cNvSpPr/>
          <p:nvPr/>
        </p:nvSpPr>
        <p:spPr>
          <a:xfrm>
            <a:off x="4291977" y="312748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3" name="Google Shape;2023;p78"/>
          <p:cNvSpPr/>
          <p:nvPr/>
        </p:nvSpPr>
        <p:spPr>
          <a:xfrm>
            <a:off x="4291977" y="3196244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78"/>
          <p:cNvSpPr/>
          <p:nvPr/>
        </p:nvSpPr>
        <p:spPr>
          <a:xfrm>
            <a:off x="4291977" y="319624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78"/>
          <p:cNvSpPr/>
          <p:nvPr/>
        </p:nvSpPr>
        <p:spPr>
          <a:xfrm>
            <a:off x="5836269" y="3215524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78"/>
          <p:cNvSpPr/>
          <p:nvPr/>
        </p:nvSpPr>
        <p:spPr>
          <a:xfrm>
            <a:off x="5836270" y="3215524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7" name="Google Shape;2027;p78"/>
          <p:cNvSpPr/>
          <p:nvPr/>
        </p:nvSpPr>
        <p:spPr>
          <a:xfrm>
            <a:off x="5836270" y="3215524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78"/>
          <p:cNvSpPr/>
          <p:nvPr/>
        </p:nvSpPr>
        <p:spPr>
          <a:xfrm>
            <a:off x="5836270" y="3215524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9" name="Google Shape;2029;p78"/>
          <p:cNvSpPr/>
          <p:nvPr/>
        </p:nvSpPr>
        <p:spPr>
          <a:xfrm>
            <a:off x="5836270" y="3215524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0" name="Google Shape;2030;p78"/>
          <p:cNvSpPr/>
          <p:nvPr/>
        </p:nvSpPr>
        <p:spPr>
          <a:xfrm>
            <a:off x="5836270" y="3215524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1" name="Google Shape;2031;p78"/>
          <p:cNvSpPr/>
          <p:nvPr/>
        </p:nvSpPr>
        <p:spPr>
          <a:xfrm>
            <a:off x="6004236" y="3234340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78"/>
          <p:cNvSpPr/>
          <p:nvPr/>
        </p:nvSpPr>
        <p:spPr>
          <a:xfrm>
            <a:off x="6358993" y="3215524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3" name="Google Shape;2033;p78"/>
          <p:cNvSpPr/>
          <p:nvPr/>
        </p:nvSpPr>
        <p:spPr>
          <a:xfrm>
            <a:off x="6358993" y="3215524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4" name="Google Shape;2034;p78"/>
          <p:cNvSpPr/>
          <p:nvPr/>
        </p:nvSpPr>
        <p:spPr>
          <a:xfrm>
            <a:off x="6407897" y="3234340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78"/>
          <p:cNvSpPr/>
          <p:nvPr/>
        </p:nvSpPr>
        <p:spPr>
          <a:xfrm>
            <a:off x="7478305" y="3196244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p78"/>
          <p:cNvSpPr/>
          <p:nvPr/>
        </p:nvSpPr>
        <p:spPr>
          <a:xfrm>
            <a:off x="7478305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" name="Google Shape;2037;p78"/>
          <p:cNvSpPr/>
          <p:nvPr/>
        </p:nvSpPr>
        <p:spPr>
          <a:xfrm>
            <a:off x="7478305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78"/>
          <p:cNvSpPr/>
          <p:nvPr/>
        </p:nvSpPr>
        <p:spPr>
          <a:xfrm>
            <a:off x="4291977" y="340309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9" name="Google Shape;2039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3399657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40" name="Google Shape;2040;p78"/>
          <p:cNvSpPr/>
          <p:nvPr/>
        </p:nvSpPr>
        <p:spPr>
          <a:xfrm>
            <a:off x="4291977" y="340998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1" name="Google Shape;2041;p78"/>
          <p:cNvSpPr/>
          <p:nvPr/>
        </p:nvSpPr>
        <p:spPr>
          <a:xfrm>
            <a:off x="4291977" y="340998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2" name="Google Shape;2042;p78"/>
          <p:cNvSpPr/>
          <p:nvPr/>
        </p:nvSpPr>
        <p:spPr>
          <a:xfrm>
            <a:off x="4291977" y="347873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3" name="Google Shape;2043;p78"/>
          <p:cNvSpPr/>
          <p:nvPr/>
        </p:nvSpPr>
        <p:spPr>
          <a:xfrm>
            <a:off x="4291977" y="347874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78"/>
          <p:cNvSpPr/>
          <p:nvPr/>
        </p:nvSpPr>
        <p:spPr>
          <a:xfrm>
            <a:off x="5836269" y="3498019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5" name="Google Shape;2045;p78"/>
          <p:cNvSpPr/>
          <p:nvPr/>
        </p:nvSpPr>
        <p:spPr>
          <a:xfrm>
            <a:off x="5836270" y="349801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78"/>
          <p:cNvSpPr/>
          <p:nvPr/>
        </p:nvSpPr>
        <p:spPr>
          <a:xfrm>
            <a:off x="5836270" y="349801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78"/>
          <p:cNvSpPr/>
          <p:nvPr/>
        </p:nvSpPr>
        <p:spPr>
          <a:xfrm>
            <a:off x="5836270" y="349801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8" name="Google Shape;2048;p78"/>
          <p:cNvSpPr/>
          <p:nvPr/>
        </p:nvSpPr>
        <p:spPr>
          <a:xfrm>
            <a:off x="5836270" y="349801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78"/>
          <p:cNvSpPr/>
          <p:nvPr/>
        </p:nvSpPr>
        <p:spPr>
          <a:xfrm>
            <a:off x="5836270" y="3498019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78"/>
          <p:cNvSpPr/>
          <p:nvPr/>
        </p:nvSpPr>
        <p:spPr>
          <a:xfrm>
            <a:off x="6004236" y="3516834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78"/>
          <p:cNvSpPr/>
          <p:nvPr/>
        </p:nvSpPr>
        <p:spPr>
          <a:xfrm>
            <a:off x="6358993" y="349801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2" name="Google Shape;2052;p78"/>
          <p:cNvSpPr/>
          <p:nvPr/>
        </p:nvSpPr>
        <p:spPr>
          <a:xfrm>
            <a:off x="6358993" y="3498019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78"/>
          <p:cNvSpPr/>
          <p:nvPr/>
        </p:nvSpPr>
        <p:spPr>
          <a:xfrm>
            <a:off x="6407897" y="3516835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78"/>
          <p:cNvSpPr/>
          <p:nvPr/>
        </p:nvSpPr>
        <p:spPr>
          <a:xfrm>
            <a:off x="7478305" y="347873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78"/>
          <p:cNvSpPr/>
          <p:nvPr/>
        </p:nvSpPr>
        <p:spPr>
          <a:xfrm>
            <a:off x="7478305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6" name="Google Shape;2056;p78"/>
          <p:cNvSpPr/>
          <p:nvPr/>
        </p:nvSpPr>
        <p:spPr>
          <a:xfrm>
            <a:off x="7478305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78"/>
          <p:cNvSpPr/>
          <p:nvPr/>
        </p:nvSpPr>
        <p:spPr>
          <a:xfrm>
            <a:off x="4291977" y="368559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8" name="Google Shape;2058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3682152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78"/>
          <p:cNvSpPr/>
          <p:nvPr/>
        </p:nvSpPr>
        <p:spPr>
          <a:xfrm>
            <a:off x="4291977" y="369246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78"/>
          <p:cNvSpPr/>
          <p:nvPr/>
        </p:nvSpPr>
        <p:spPr>
          <a:xfrm>
            <a:off x="4291977" y="369246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78"/>
          <p:cNvSpPr/>
          <p:nvPr/>
        </p:nvSpPr>
        <p:spPr>
          <a:xfrm>
            <a:off x="4291977" y="3761225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78"/>
          <p:cNvSpPr/>
          <p:nvPr/>
        </p:nvSpPr>
        <p:spPr>
          <a:xfrm>
            <a:off x="4291977" y="376122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78"/>
          <p:cNvSpPr/>
          <p:nvPr/>
        </p:nvSpPr>
        <p:spPr>
          <a:xfrm>
            <a:off x="5836269" y="3780505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78"/>
          <p:cNvSpPr/>
          <p:nvPr/>
        </p:nvSpPr>
        <p:spPr>
          <a:xfrm>
            <a:off x="5836270" y="3780505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5" name="Google Shape;2065;p78"/>
          <p:cNvSpPr/>
          <p:nvPr/>
        </p:nvSpPr>
        <p:spPr>
          <a:xfrm>
            <a:off x="5836270" y="3780505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" name="Google Shape;2066;p78"/>
          <p:cNvSpPr/>
          <p:nvPr/>
        </p:nvSpPr>
        <p:spPr>
          <a:xfrm>
            <a:off x="5836270" y="3780505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7" name="Google Shape;2067;p78"/>
          <p:cNvSpPr/>
          <p:nvPr/>
        </p:nvSpPr>
        <p:spPr>
          <a:xfrm>
            <a:off x="5836270" y="3780505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78"/>
          <p:cNvSpPr/>
          <p:nvPr/>
        </p:nvSpPr>
        <p:spPr>
          <a:xfrm>
            <a:off x="5836270" y="3780505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9" name="Google Shape;2069;p78"/>
          <p:cNvSpPr/>
          <p:nvPr/>
        </p:nvSpPr>
        <p:spPr>
          <a:xfrm>
            <a:off x="6004236" y="3799320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78"/>
          <p:cNvSpPr/>
          <p:nvPr/>
        </p:nvSpPr>
        <p:spPr>
          <a:xfrm>
            <a:off x="6358993" y="3780505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1" name="Google Shape;2071;p78"/>
          <p:cNvSpPr/>
          <p:nvPr/>
        </p:nvSpPr>
        <p:spPr>
          <a:xfrm>
            <a:off x="6358993" y="3780505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2" name="Google Shape;2072;p78"/>
          <p:cNvSpPr/>
          <p:nvPr/>
        </p:nvSpPr>
        <p:spPr>
          <a:xfrm>
            <a:off x="6407897" y="3799320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78"/>
          <p:cNvSpPr/>
          <p:nvPr/>
        </p:nvSpPr>
        <p:spPr>
          <a:xfrm>
            <a:off x="7478305" y="3761225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4" name="Google Shape;2074;p78"/>
          <p:cNvSpPr/>
          <p:nvPr/>
        </p:nvSpPr>
        <p:spPr>
          <a:xfrm>
            <a:off x="7478305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5" name="Google Shape;2075;p78"/>
          <p:cNvSpPr/>
          <p:nvPr/>
        </p:nvSpPr>
        <p:spPr>
          <a:xfrm>
            <a:off x="7478305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78"/>
          <p:cNvSpPr/>
          <p:nvPr/>
        </p:nvSpPr>
        <p:spPr>
          <a:xfrm>
            <a:off x="4291977" y="396807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7" name="Google Shape;2077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3964637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78" name="Google Shape;2078;p78"/>
          <p:cNvSpPr/>
          <p:nvPr/>
        </p:nvSpPr>
        <p:spPr>
          <a:xfrm>
            <a:off x="4291977" y="397496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9" name="Google Shape;2079;p78"/>
          <p:cNvSpPr/>
          <p:nvPr/>
        </p:nvSpPr>
        <p:spPr>
          <a:xfrm>
            <a:off x="4291977" y="397496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0" name="Google Shape;2080;p78"/>
          <p:cNvSpPr/>
          <p:nvPr/>
        </p:nvSpPr>
        <p:spPr>
          <a:xfrm>
            <a:off x="4291977" y="404371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1" name="Google Shape;2081;p78"/>
          <p:cNvSpPr/>
          <p:nvPr/>
        </p:nvSpPr>
        <p:spPr>
          <a:xfrm>
            <a:off x="4291977" y="404372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78"/>
          <p:cNvSpPr/>
          <p:nvPr/>
        </p:nvSpPr>
        <p:spPr>
          <a:xfrm>
            <a:off x="5836269" y="4063000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3" name="Google Shape;2083;p78"/>
          <p:cNvSpPr/>
          <p:nvPr/>
        </p:nvSpPr>
        <p:spPr>
          <a:xfrm>
            <a:off x="5836270" y="4063000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4" name="Google Shape;2084;p78"/>
          <p:cNvSpPr/>
          <p:nvPr/>
        </p:nvSpPr>
        <p:spPr>
          <a:xfrm>
            <a:off x="5836270" y="4063000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5" name="Google Shape;2085;p78"/>
          <p:cNvSpPr/>
          <p:nvPr/>
        </p:nvSpPr>
        <p:spPr>
          <a:xfrm>
            <a:off x="5836270" y="4063000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6" name="Google Shape;2086;p78"/>
          <p:cNvSpPr/>
          <p:nvPr/>
        </p:nvSpPr>
        <p:spPr>
          <a:xfrm>
            <a:off x="5836270" y="4063000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7" name="Google Shape;2087;p78"/>
          <p:cNvSpPr/>
          <p:nvPr/>
        </p:nvSpPr>
        <p:spPr>
          <a:xfrm>
            <a:off x="5836270" y="4063000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8" name="Google Shape;2088;p78"/>
          <p:cNvSpPr/>
          <p:nvPr/>
        </p:nvSpPr>
        <p:spPr>
          <a:xfrm>
            <a:off x="6004236" y="4081815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sz="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78"/>
          <p:cNvSpPr/>
          <p:nvPr/>
        </p:nvSpPr>
        <p:spPr>
          <a:xfrm>
            <a:off x="6358993" y="4063000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0" name="Google Shape;2090;p78"/>
          <p:cNvSpPr/>
          <p:nvPr/>
        </p:nvSpPr>
        <p:spPr>
          <a:xfrm>
            <a:off x="6358993" y="4063000"/>
            <a:ext cx="502618" cy="99526"/>
          </a:xfrm>
          <a:prstGeom prst="roundRect">
            <a:avLst>
              <a:gd name="adj" fmla="val 51673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1" name="Google Shape;2091;p78"/>
          <p:cNvSpPr/>
          <p:nvPr/>
        </p:nvSpPr>
        <p:spPr>
          <a:xfrm>
            <a:off x="6407897" y="4081815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sz="41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78"/>
          <p:cNvSpPr/>
          <p:nvPr/>
        </p:nvSpPr>
        <p:spPr>
          <a:xfrm>
            <a:off x="7478305" y="404371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78"/>
          <p:cNvSpPr/>
          <p:nvPr/>
        </p:nvSpPr>
        <p:spPr>
          <a:xfrm>
            <a:off x="7478305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78"/>
          <p:cNvSpPr/>
          <p:nvPr/>
        </p:nvSpPr>
        <p:spPr>
          <a:xfrm>
            <a:off x="7478305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sz="81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78"/>
          <p:cNvSpPr/>
          <p:nvPr/>
        </p:nvSpPr>
        <p:spPr>
          <a:xfrm>
            <a:off x="4291977" y="425057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6" name="Google Shape;2096;p7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8540" y="4247132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78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098" name="Google Shape;2098;p78"/>
          <p:cNvSpPr txBox="1"/>
          <p:nvPr/>
        </p:nvSpPr>
        <p:spPr>
          <a:xfrm>
            <a:off x="181435" y="1091781"/>
            <a:ext cx="4107105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79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pic>
        <p:nvPicPr>
          <p:cNvPr id="2105" name="Google Shape;2105;p79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7" y="1519375"/>
            <a:ext cx="8077158" cy="18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" name="Google Shape;2106;p79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1521" y="1338423"/>
            <a:ext cx="7596148" cy="18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7" name="Google Shape;2107;p79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702409"/>
            <a:ext cx="8567693" cy="3440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3" name="Google Shape;2113;p80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83946" y="1427457"/>
            <a:ext cx="5660007" cy="14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4" name="Google Shape;2114;p80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36502" y="1286042"/>
            <a:ext cx="5407451" cy="14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80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1391" y="1568867"/>
            <a:ext cx="5634850" cy="3217157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80"/>
          <p:cNvSpPr/>
          <p:nvPr/>
        </p:nvSpPr>
        <p:spPr>
          <a:xfrm>
            <a:off x="3779283" y="1395566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7" name="Google Shape;2117;p80"/>
          <p:cNvSpPr/>
          <p:nvPr/>
        </p:nvSpPr>
        <p:spPr>
          <a:xfrm>
            <a:off x="3845371" y="1427466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80"/>
          <p:cNvSpPr/>
          <p:nvPr/>
        </p:nvSpPr>
        <p:spPr>
          <a:xfrm>
            <a:off x="4326777" y="1395566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9" name="Google Shape;2119;p80"/>
          <p:cNvSpPr/>
          <p:nvPr/>
        </p:nvSpPr>
        <p:spPr>
          <a:xfrm>
            <a:off x="4392865" y="1427466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80"/>
          <p:cNvSpPr/>
          <p:nvPr/>
        </p:nvSpPr>
        <p:spPr>
          <a:xfrm>
            <a:off x="4574425" y="1395566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1" name="Google Shape;2121;p80"/>
          <p:cNvSpPr/>
          <p:nvPr/>
        </p:nvSpPr>
        <p:spPr>
          <a:xfrm>
            <a:off x="4640514" y="1427466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80"/>
          <p:cNvSpPr/>
          <p:nvPr/>
        </p:nvSpPr>
        <p:spPr>
          <a:xfrm>
            <a:off x="8667705" y="1389376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p80"/>
          <p:cNvSpPr/>
          <p:nvPr/>
        </p:nvSpPr>
        <p:spPr>
          <a:xfrm>
            <a:off x="8733794" y="1421277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80"/>
          <p:cNvSpPr/>
          <p:nvPr/>
        </p:nvSpPr>
        <p:spPr>
          <a:xfrm>
            <a:off x="5356032" y="4191831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80"/>
          <p:cNvSpPr/>
          <p:nvPr/>
        </p:nvSpPr>
        <p:spPr>
          <a:xfrm>
            <a:off x="5422120" y="4223732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80"/>
          <p:cNvSpPr/>
          <p:nvPr/>
        </p:nvSpPr>
        <p:spPr>
          <a:xfrm>
            <a:off x="6211700" y="4187943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80"/>
          <p:cNvSpPr/>
          <p:nvPr/>
        </p:nvSpPr>
        <p:spPr>
          <a:xfrm>
            <a:off x="6277789" y="421984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80"/>
          <p:cNvSpPr/>
          <p:nvPr/>
        </p:nvSpPr>
        <p:spPr>
          <a:xfrm>
            <a:off x="6577774" y="4187943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80"/>
          <p:cNvSpPr/>
          <p:nvPr/>
        </p:nvSpPr>
        <p:spPr>
          <a:xfrm>
            <a:off x="6643863" y="421984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80"/>
          <p:cNvSpPr/>
          <p:nvPr/>
        </p:nvSpPr>
        <p:spPr>
          <a:xfrm>
            <a:off x="7049550" y="4187943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80"/>
          <p:cNvSpPr/>
          <p:nvPr/>
        </p:nvSpPr>
        <p:spPr>
          <a:xfrm>
            <a:off x="7115638" y="421984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80"/>
          <p:cNvSpPr/>
          <p:nvPr/>
        </p:nvSpPr>
        <p:spPr>
          <a:xfrm>
            <a:off x="8667705" y="2168473"/>
            <a:ext cx="218776" cy="218749"/>
          </a:xfrm>
          <a:prstGeom prst="roundRect">
            <a:avLst>
              <a:gd name="adj" fmla="val 87771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80"/>
          <p:cNvSpPr/>
          <p:nvPr/>
        </p:nvSpPr>
        <p:spPr>
          <a:xfrm>
            <a:off x="8733794" y="220037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5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sz="91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80"/>
          <p:cNvSpPr/>
          <p:nvPr/>
        </p:nvSpPr>
        <p:spPr>
          <a:xfrm>
            <a:off x="285749" y="1952706"/>
            <a:ext cx="2924161" cy="2455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5" name="Google Shape;2135;p80"/>
          <p:cNvSpPr/>
          <p:nvPr/>
        </p:nvSpPr>
        <p:spPr>
          <a:xfrm>
            <a:off x="285749" y="1952706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80"/>
          <p:cNvSpPr/>
          <p:nvPr/>
        </p:nvSpPr>
        <p:spPr>
          <a:xfrm>
            <a:off x="347702" y="1982610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80"/>
          <p:cNvSpPr/>
          <p:nvPr/>
        </p:nvSpPr>
        <p:spPr>
          <a:xfrm>
            <a:off x="285749" y="2233954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8" name="Google Shape;2138;p80"/>
          <p:cNvSpPr/>
          <p:nvPr/>
        </p:nvSpPr>
        <p:spPr>
          <a:xfrm>
            <a:off x="347702" y="2263859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80"/>
          <p:cNvSpPr/>
          <p:nvPr/>
        </p:nvSpPr>
        <p:spPr>
          <a:xfrm>
            <a:off x="285749" y="2515198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p80"/>
          <p:cNvSpPr/>
          <p:nvPr/>
        </p:nvSpPr>
        <p:spPr>
          <a:xfrm>
            <a:off x="347702" y="2545103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80"/>
          <p:cNvSpPr/>
          <p:nvPr/>
        </p:nvSpPr>
        <p:spPr>
          <a:xfrm>
            <a:off x="285749" y="2796447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2" name="Google Shape;2142;p80"/>
          <p:cNvSpPr/>
          <p:nvPr/>
        </p:nvSpPr>
        <p:spPr>
          <a:xfrm>
            <a:off x="347702" y="2826351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80"/>
          <p:cNvSpPr/>
          <p:nvPr/>
        </p:nvSpPr>
        <p:spPr>
          <a:xfrm>
            <a:off x="285749" y="3077691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80"/>
          <p:cNvSpPr/>
          <p:nvPr/>
        </p:nvSpPr>
        <p:spPr>
          <a:xfrm>
            <a:off x="347702" y="3107595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80"/>
          <p:cNvSpPr/>
          <p:nvPr/>
        </p:nvSpPr>
        <p:spPr>
          <a:xfrm>
            <a:off x="285749" y="3358939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80"/>
          <p:cNvSpPr/>
          <p:nvPr/>
        </p:nvSpPr>
        <p:spPr>
          <a:xfrm>
            <a:off x="347702" y="3388844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80"/>
          <p:cNvSpPr/>
          <p:nvPr/>
        </p:nvSpPr>
        <p:spPr>
          <a:xfrm>
            <a:off x="285749" y="3640183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80"/>
          <p:cNvSpPr/>
          <p:nvPr/>
        </p:nvSpPr>
        <p:spPr>
          <a:xfrm>
            <a:off x="347702" y="3670088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80"/>
          <p:cNvSpPr/>
          <p:nvPr/>
        </p:nvSpPr>
        <p:spPr>
          <a:xfrm>
            <a:off x="285749" y="3921432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80"/>
          <p:cNvSpPr/>
          <p:nvPr/>
        </p:nvSpPr>
        <p:spPr>
          <a:xfrm>
            <a:off x="347702" y="3951336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80"/>
          <p:cNvSpPr/>
          <p:nvPr/>
        </p:nvSpPr>
        <p:spPr>
          <a:xfrm>
            <a:off x="285749" y="4202675"/>
            <a:ext cx="205082" cy="205056"/>
          </a:xfrm>
          <a:prstGeom prst="roundRect">
            <a:avLst>
              <a:gd name="adj" fmla="val 86944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80"/>
          <p:cNvSpPr/>
          <p:nvPr/>
        </p:nvSpPr>
        <p:spPr>
          <a:xfrm>
            <a:off x="347702" y="4232580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8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endParaRPr sz="85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80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154" name="Google Shape;2154;p80"/>
          <p:cNvSpPr/>
          <p:nvPr/>
        </p:nvSpPr>
        <p:spPr>
          <a:xfrm>
            <a:off x="285749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80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80"/>
          <p:cNvSpPr/>
          <p:nvPr/>
        </p:nvSpPr>
        <p:spPr>
          <a:xfrm>
            <a:off x="552784" y="196600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80"/>
          <p:cNvSpPr/>
          <p:nvPr/>
        </p:nvSpPr>
        <p:spPr>
          <a:xfrm>
            <a:off x="552784" y="224594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80"/>
          <p:cNvSpPr/>
          <p:nvPr/>
        </p:nvSpPr>
        <p:spPr>
          <a:xfrm>
            <a:off x="555929" y="252587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80"/>
          <p:cNvSpPr/>
          <p:nvPr/>
        </p:nvSpPr>
        <p:spPr>
          <a:xfrm>
            <a:off x="563880" y="280569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80"/>
          <p:cNvSpPr/>
          <p:nvPr/>
        </p:nvSpPr>
        <p:spPr>
          <a:xfrm>
            <a:off x="563880" y="308550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80"/>
          <p:cNvSpPr/>
          <p:nvPr/>
        </p:nvSpPr>
        <p:spPr>
          <a:xfrm>
            <a:off x="563880" y="336532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80"/>
          <p:cNvSpPr/>
          <p:nvPr/>
        </p:nvSpPr>
        <p:spPr>
          <a:xfrm>
            <a:off x="563880" y="364864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80"/>
          <p:cNvSpPr/>
          <p:nvPr/>
        </p:nvSpPr>
        <p:spPr>
          <a:xfrm>
            <a:off x="563880" y="393195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80"/>
          <p:cNvSpPr/>
          <p:nvPr/>
        </p:nvSpPr>
        <p:spPr>
          <a:xfrm>
            <a:off x="576178" y="421870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81"/>
          <p:cNvSpPr/>
          <p:nvPr/>
        </p:nvSpPr>
        <p:spPr>
          <a:xfrm>
            <a:off x="285749" y="1952706"/>
            <a:ext cx="2924161" cy="2455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1" name="Google Shape;2171;p81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</a:t>
            </a:r>
            <a:br>
              <a:rPr lang="en-US"/>
            </a:br>
            <a:r>
              <a:rPr lang="en-US"/>
              <a:t>строчки</a:t>
            </a:r>
            <a:endParaRPr/>
          </a:p>
        </p:txBody>
      </p:sp>
      <p:sp>
        <p:nvSpPr>
          <p:cNvPr id="2172" name="Google Shape;2172;p81"/>
          <p:cNvSpPr/>
          <p:nvPr/>
        </p:nvSpPr>
        <p:spPr>
          <a:xfrm>
            <a:off x="285749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81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4" name="Google Shape;2174;p8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7859" y="355164"/>
            <a:ext cx="3445037" cy="478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5" name="Google Shape;2175;p8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0775" y="637478"/>
            <a:ext cx="186192" cy="9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6" name="Google Shape;2176;p8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85427" y="668500"/>
            <a:ext cx="11241" cy="3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7" name="Google Shape;2177;p81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7708" y="654410"/>
            <a:ext cx="152339" cy="6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8" name="Google Shape;2178;p81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8916" y="637445"/>
            <a:ext cx="129252" cy="9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81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2500" y="640291"/>
            <a:ext cx="143874" cy="90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0" name="Google Shape;2180;p81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49794" y="592361"/>
            <a:ext cx="457016" cy="177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81"/>
          <p:cNvSpPr/>
          <p:nvPr/>
        </p:nvSpPr>
        <p:spPr>
          <a:xfrm>
            <a:off x="5128636" y="566959"/>
            <a:ext cx="499332" cy="19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11:30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81"/>
          <p:cNvSpPr/>
          <p:nvPr/>
        </p:nvSpPr>
        <p:spPr>
          <a:xfrm>
            <a:off x="6060924" y="580043"/>
            <a:ext cx="931767" cy="267716"/>
          </a:xfrm>
          <a:prstGeom prst="roundRect">
            <a:avLst>
              <a:gd name="adj" fmla="val 4994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3" name="Google Shape;2183;p81" descr=" 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5338" y="352714"/>
            <a:ext cx="3452795" cy="479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81" descr=" 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9649" y="962235"/>
            <a:ext cx="3024172" cy="37714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5" name="Google Shape;2185;p81"/>
          <p:cNvSpPr/>
          <p:nvPr/>
        </p:nvSpPr>
        <p:spPr>
          <a:xfrm>
            <a:off x="5081561" y="3228889"/>
            <a:ext cx="2762236" cy="1485707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6" name="Google Shape;2186;p81" descr=" 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51170" y="2913750"/>
            <a:ext cx="1719412" cy="22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81" descr=" 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8059" y="3926054"/>
            <a:ext cx="1330856" cy="144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81" descr=" "/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88240" y="3213795"/>
            <a:ext cx="1448318" cy="274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9" name="Google Shape;2189;p81" descr=" "/>
          <p:cNvPicPr preferRelativeResize="0"/>
          <p:nvPr/>
        </p:nvPicPr>
        <p:blipFill rotWithShape="1">
          <a:blip r:embed="rId1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52175" y="4160098"/>
            <a:ext cx="1722337" cy="125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5" name="Google Shape;2195;p82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357471"/>
            <a:ext cx="3014647" cy="35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6" name="Google Shape;2196;p82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1357471"/>
            <a:ext cx="3119421" cy="35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7" name="Google Shape;2197;p82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1828897"/>
            <a:ext cx="311942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8" name="Google Shape;2198;p82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2143181"/>
            <a:ext cx="234790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82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2457465"/>
            <a:ext cx="230980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82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2771749"/>
            <a:ext cx="223360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1" name="Google Shape;2201;p82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3086033"/>
            <a:ext cx="215740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2" name="Google Shape;2202;p82" descr=" 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3400317"/>
            <a:ext cx="2571737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3" name="Google Shape;2203;p82" descr=" 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4028885"/>
            <a:ext cx="175259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4" name="Google Shape;2204;p82" descr=" 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8783" y="3714601"/>
            <a:ext cx="194309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5" name="Google Shape;2205;p82" descr=" 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7186" y="1828897"/>
            <a:ext cx="294321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6" name="Google Shape;2206;p82" descr=" "/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8635" y="2143181"/>
            <a:ext cx="277176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7" name="Google Shape;2207;p82" descr=" "/>
          <p:cNvPicPr preferRelativeResize="0"/>
          <p:nvPr/>
        </p:nvPicPr>
        <p:blipFill rotWithShape="1">
          <a:blip r:embed="rId1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184" y="2457465"/>
            <a:ext cx="2562212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8" name="Google Shape;2208;p82" descr=" "/>
          <p:cNvPicPr preferRelativeResize="0"/>
          <p:nvPr/>
        </p:nvPicPr>
        <p:blipFill rotWithShape="1">
          <a:blip r:embed="rId1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1521" y="2776511"/>
            <a:ext cx="2528874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9" name="Google Shape;2209;p82" descr=" "/>
          <p:cNvPicPr preferRelativeResize="0"/>
          <p:nvPr/>
        </p:nvPicPr>
        <p:blipFill rotWithShape="1">
          <a:blip r:embed="rId1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196" y="3095557"/>
            <a:ext cx="246220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0" name="Google Shape;2210;p82" descr=" "/>
          <p:cNvPicPr preferRelativeResize="0"/>
          <p:nvPr/>
        </p:nvPicPr>
        <p:blipFill rotWithShape="1">
          <a:blip r:embed="rId1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370" y="3409841"/>
            <a:ext cx="2205026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1" name="Google Shape;2211;p82" descr=" "/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8707" y="3724125"/>
            <a:ext cx="2171689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2" name="Google Shape;2212;p82" descr=" "/>
          <p:cNvPicPr preferRelativeResize="0"/>
          <p:nvPr/>
        </p:nvPicPr>
        <p:blipFill rotWithShape="1">
          <a:blip r:embed="rId2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3006" y="4038409"/>
            <a:ext cx="2057389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82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4" name="Google Shape;2214;p82" descr=" "/>
          <p:cNvPicPr preferRelativeResize="0"/>
          <p:nvPr/>
        </p:nvPicPr>
        <p:blipFill rotWithShape="1">
          <a:blip r:embed="rId2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5" name="Google Shape;2215;p82" descr=" "/>
          <p:cNvPicPr preferRelativeResize="0"/>
          <p:nvPr/>
        </p:nvPicPr>
        <p:blipFill rotWithShape="1">
          <a:blip r:embed="rId2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6" name="Google Shape;2216;p82" descr=" "/>
          <p:cNvPicPr preferRelativeResize="0"/>
          <p:nvPr/>
        </p:nvPicPr>
        <p:blipFill rotWithShape="1">
          <a:blip r:embed="rId2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82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18" name="Google Shape;2218;p82"/>
          <p:cNvSpPr txBox="1"/>
          <p:nvPr/>
        </p:nvSpPr>
        <p:spPr>
          <a:xfrm>
            <a:off x="1081246" y="1369941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19" name="Google Shape;2219;p82"/>
          <p:cNvSpPr txBox="1"/>
          <p:nvPr/>
        </p:nvSpPr>
        <p:spPr>
          <a:xfrm>
            <a:off x="6586667" y="1371477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0" name="Google Shape;2220;p82"/>
          <p:cNvSpPr txBox="1"/>
          <p:nvPr/>
        </p:nvSpPr>
        <p:spPr>
          <a:xfrm>
            <a:off x="3805671" y="178537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1" name="Google Shape;2221;p82"/>
          <p:cNvSpPr txBox="1"/>
          <p:nvPr/>
        </p:nvSpPr>
        <p:spPr>
          <a:xfrm>
            <a:off x="3805670" y="210537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2" name="Google Shape;2222;p82"/>
          <p:cNvSpPr txBox="1"/>
          <p:nvPr/>
        </p:nvSpPr>
        <p:spPr>
          <a:xfrm>
            <a:off x="3805670" y="242188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3" name="Google Shape;2223;p82"/>
          <p:cNvSpPr txBox="1"/>
          <p:nvPr/>
        </p:nvSpPr>
        <p:spPr>
          <a:xfrm>
            <a:off x="3805669" y="272986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4" name="Google Shape;2224;p82"/>
          <p:cNvSpPr txBox="1"/>
          <p:nvPr/>
        </p:nvSpPr>
        <p:spPr>
          <a:xfrm>
            <a:off x="3805668" y="304491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5" name="Google Shape;2225;p82"/>
          <p:cNvSpPr txBox="1"/>
          <p:nvPr/>
        </p:nvSpPr>
        <p:spPr>
          <a:xfrm>
            <a:off x="3805668" y="367435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6" name="Google Shape;2226;p82"/>
          <p:cNvSpPr txBox="1"/>
          <p:nvPr/>
        </p:nvSpPr>
        <p:spPr>
          <a:xfrm>
            <a:off x="3805668" y="399652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7" name="Google Shape;2227;p82"/>
          <p:cNvSpPr txBox="1"/>
          <p:nvPr/>
        </p:nvSpPr>
        <p:spPr>
          <a:xfrm>
            <a:off x="3805668" y="336142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8" name="Google Shape;2228;p82"/>
          <p:cNvSpPr txBox="1"/>
          <p:nvPr/>
        </p:nvSpPr>
        <p:spPr>
          <a:xfrm>
            <a:off x="6548733" y="403840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29" name="Google Shape;2229;p82"/>
          <p:cNvSpPr txBox="1"/>
          <p:nvPr/>
        </p:nvSpPr>
        <p:spPr>
          <a:xfrm>
            <a:off x="6767686" y="371460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0" name="Google Shape;2230;p82"/>
          <p:cNvSpPr txBox="1"/>
          <p:nvPr/>
        </p:nvSpPr>
        <p:spPr>
          <a:xfrm>
            <a:off x="7374857" y="3396525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1" name="Google Shape;2231;p82"/>
          <p:cNvSpPr txBox="1"/>
          <p:nvPr/>
        </p:nvSpPr>
        <p:spPr>
          <a:xfrm>
            <a:off x="6970047" y="308920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2" name="Google Shape;2232;p82"/>
          <p:cNvSpPr txBox="1"/>
          <p:nvPr/>
        </p:nvSpPr>
        <p:spPr>
          <a:xfrm>
            <a:off x="7030539" y="277334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3" name="Google Shape;2233;p82"/>
          <p:cNvSpPr txBox="1"/>
          <p:nvPr/>
        </p:nvSpPr>
        <p:spPr>
          <a:xfrm>
            <a:off x="7134394" y="245762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4" name="Google Shape;2234;p82"/>
          <p:cNvSpPr txBox="1"/>
          <p:nvPr/>
        </p:nvSpPr>
        <p:spPr>
          <a:xfrm>
            <a:off x="7172494" y="214856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5" name="Google Shape;2235;p82"/>
          <p:cNvSpPr txBox="1"/>
          <p:nvPr/>
        </p:nvSpPr>
        <p:spPr>
          <a:xfrm>
            <a:off x="7944014" y="1822636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6" name="Google Shape;2236;p82"/>
          <p:cNvSpPr txBox="1"/>
          <p:nvPr/>
        </p:nvSpPr>
        <p:spPr>
          <a:xfrm>
            <a:off x="-132755" y="182906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7" name="Google Shape;2237;p82"/>
          <p:cNvSpPr txBox="1"/>
          <p:nvPr/>
        </p:nvSpPr>
        <p:spPr>
          <a:xfrm>
            <a:off x="59695" y="213938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8" name="Google Shape;2238;p82"/>
          <p:cNvSpPr txBox="1"/>
          <p:nvPr/>
        </p:nvSpPr>
        <p:spPr>
          <a:xfrm>
            <a:off x="267423" y="245714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9" name="Google Shape;2239;p82"/>
          <p:cNvSpPr txBox="1"/>
          <p:nvPr/>
        </p:nvSpPr>
        <p:spPr>
          <a:xfrm>
            <a:off x="297669" y="278474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0" name="Google Shape;2240;p82"/>
          <p:cNvSpPr txBox="1"/>
          <p:nvPr/>
        </p:nvSpPr>
        <p:spPr>
          <a:xfrm>
            <a:off x="383543" y="3102507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1" name="Google Shape;2241;p82"/>
          <p:cNvSpPr txBox="1"/>
          <p:nvPr/>
        </p:nvSpPr>
        <p:spPr>
          <a:xfrm>
            <a:off x="635196" y="341359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2" name="Google Shape;2242;p82"/>
          <p:cNvSpPr txBox="1"/>
          <p:nvPr/>
        </p:nvSpPr>
        <p:spPr>
          <a:xfrm>
            <a:off x="662475" y="3724125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3" name="Google Shape;2243;p82"/>
          <p:cNvSpPr txBox="1"/>
          <p:nvPr/>
        </p:nvSpPr>
        <p:spPr>
          <a:xfrm>
            <a:off x="770540" y="404185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9" name="Google Shape;2249;p8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0" name="Google Shape;2250;p8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lang="en-US" sz="166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sz="16600" b="1" i="0" u="none" strike="noStrike" cap="non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lang="en-US" sz="166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 sz="16600" b="1" i="0" u="none" strike="noStrike" cap="non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55" name="Google Shape;2255;p83"/>
          <p:cNvSpPr txBox="1"/>
          <p:nvPr/>
        </p:nvSpPr>
        <p:spPr>
          <a:xfrm>
            <a:off x="3148349" y="3689483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261;p8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621" y="738426"/>
            <a:ext cx="4176691" cy="4104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2" name="Google Shape;2262;p8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95621" y="1157472"/>
            <a:ext cx="5634008" cy="36428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84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64" name="Google Shape;2264;p84"/>
          <p:cNvSpPr txBox="1"/>
          <p:nvPr/>
        </p:nvSpPr>
        <p:spPr>
          <a:xfrm>
            <a:off x="181435" y="1091781"/>
            <a:ext cx="4107105" cy="32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0" name="Google Shape;2270;p8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143186"/>
            <a:ext cx="690559" cy="300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1" name="Google Shape;2271;p8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405089"/>
            <a:ext cx="690559" cy="2742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2" name="Google Shape;2272;p85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557" y="1490803"/>
            <a:ext cx="685797" cy="265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3" name="Google Shape;2273;p85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2128" y="1643183"/>
            <a:ext cx="690559" cy="250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4" name="Google Shape;2274;p85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47937" y="1681278"/>
            <a:ext cx="695321" cy="2466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5" name="Google Shape;2275;p85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8507" y="1757468"/>
            <a:ext cx="690559" cy="2390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6" name="Google Shape;2276;p85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124" y="2095562"/>
            <a:ext cx="690559" cy="2052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7" name="Google Shape;2277;p85" descr=" 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95" y="2124133"/>
            <a:ext cx="695321" cy="202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8" name="Google Shape;2278;p85" descr=" 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91266" y="2176514"/>
            <a:ext cx="685797" cy="197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9" name="Google Shape;2279;p85" descr=" 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557" y="1852706"/>
            <a:ext cx="685797" cy="229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0" name="Google Shape;2280;p85" descr=" 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2128" y="1981277"/>
            <a:ext cx="690559" cy="216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1" name="Google Shape;2281;p85" descr=" "/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47937" y="2014610"/>
            <a:ext cx="695321" cy="213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2" name="Google Shape;2282;p85" descr=" "/>
          <p:cNvPicPr preferRelativeResize="0"/>
          <p:nvPr/>
        </p:nvPicPr>
        <p:blipFill rotWithShape="1">
          <a:blip r:embed="rId1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4316" y="1643183"/>
            <a:ext cx="695321" cy="250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3" name="Google Shape;2283;p85" descr=" "/>
          <p:cNvPicPr preferRelativeResize="0"/>
          <p:nvPr/>
        </p:nvPicPr>
        <p:blipFill rotWithShape="1">
          <a:blip r:embed="rId1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8507" y="2081276"/>
            <a:ext cx="690559" cy="2066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4" name="Google Shape;2284;p85" descr=" "/>
          <p:cNvPicPr preferRelativeResize="0"/>
          <p:nvPr/>
        </p:nvPicPr>
        <p:blipFill rotWithShape="1">
          <a:blip r:embed="rId1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124" y="2390798"/>
            <a:ext cx="690559" cy="1757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85" descr=" "/>
          <p:cNvPicPr preferRelativeResize="0"/>
          <p:nvPr/>
        </p:nvPicPr>
        <p:blipFill rotWithShape="1">
          <a:blip r:embed="rId1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95" y="2390798"/>
            <a:ext cx="695321" cy="1757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6" name="Google Shape;2286;p85" descr=" "/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91266" y="2543178"/>
            <a:ext cx="685797" cy="160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7" name="Google Shape;2287;p85" descr=" "/>
          <p:cNvPicPr preferRelativeResize="0"/>
          <p:nvPr/>
        </p:nvPicPr>
        <p:blipFill rotWithShape="1">
          <a:blip r:embed="rId2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4316" y="2014610"/>
            <a:ext cx="695321" cy="213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8" name="Google Shape;2288;p85" descr=" "/>
          <p:cNvPicPr preferRelativeResize="0"/>
          <p:nvPr/>
        </p:nvPicPr>
        <p:blipFill rotWithShape="1">
          <a:blip r:embed="rId2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7074" y="2176514"/>
            <a:ext cx="695321" cy="197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9" name="Google Shape;2289;p85" descr=" "/>
          <p:cNvPicPr preferRelativeResize="0"/>
          <p:nvPr/>
        </p:nvPicPr>
        <p:blipFill rotWithShape="1">
          <a:blip r:embed="rId2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7074" y="2481274"/>
            <a:ext cx="695321" cy="16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0" name="Google Shape;2290;p85" descr=" "/>
          <p:cNvPicPr preferRelativeResize="0"/>
          <p:nvPr/>
        </p:nvPicPr>
        <p:blipFill rotWithShape="1">
          <a:blip r:embed="rId2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7645" y="2238418"/>
            <a:ext cx="690559" cy="1909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1" name="Google Shape;2291;p85" descr=" "/>
          <p:cNvPicPr preferRelativeResize="0"/>
          <p:nvPr/>
        </p:nvPicPr>
        <p:blipFill rotWithShape="1">
          <a:blip r:embed="rId2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7645" y="2543178"/>
            <a:ext cx="690559" cy="1604754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85"/>
          <p:cNvSpPr/>
          <p:nvPr/>
        </p:nvSpPr>
        <p:spPr>
          <a:xfrm>
            <a:off x="6691278" y="1200328"/>
            <a:ext cx="2028814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85"/>
          <p:cNvSpPr/>
          <p:nvPr/>
        </p:nvSpPr>
        <p:spPr>
          <a:xfrm>
            <a:off x="6691278" y="1200328"/>
            <a:ext cx="166687" cy="166666"/>
          </a:xfrm>
          <a:prstGeom prst="ellipse">
            <a:avLst/>
          </a:prstGeom>
          <a:solidFill>
            <a:srgbClr val="65C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85"/>
          <p:cNvSpPr/>
          <p:nvPr/>
        </p:nvSpPr>
        <p:spPr>
          <a:xfrm>
            <a:off x="6691278" y="1447947"/>
            <a:ext cx="2166926" cy="16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85"/>
          <p:cNvSpPr/>
          <p:nvPr/>
        </p:nvSpPr>
        <p:spPr>
          <a:xfrm>
            <a:off x="6691278" y="1447946"/>
            <a:ext cx="166687" cy="16666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85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97" name="Google Shape;2297;p85"/>
          <p:cNvSpPr/>
          <p:nvPr/>
        </p:nvSpPr>
        <p:spPr>
          <a:xfrm>
            <a:off x="6970955" y="120032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85"/>
          <p:cNvSpPr/>
          <p:nvPr/>
        </p:nvSpPr>
        <p:spPr>
          <a:xfrm>
            <a:off x="6967301" y="146781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85"/>
          <p:cNvSpPr/>
          <p:nvPr/>
        </p:nvSpPr>
        <p:spPr>
          <a:xfrm>
            <a:off x="301737" y="4229266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85"/>
          <p:cNvSpPr/>
          <p:nvPr/>
        </p:nvSpPr>
        <p:spPr>
          <a:xfrm>
            <a:off x="1086563" y="4229266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85"/>
          <p:cNvSpPr/>
          <p:nvPr/>
        </p:nvSpPr>
        <p:spPr>
          <a:xfrm>
            <a:off x="1879560" y="4229265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85"/>
          <p:cNvSpPr/>
          <p:nvPr/>
        </p:nvSpPr>
        <p:spPr>
          <a:xfrm>
            <a:off x="2664386" y="4229265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85"/>
          <p:cNvSpPr/>
          <p:nvPr/>
        </p:nvSpPr>
        <p:spPr>
          <a:xfrm>
            <a:off x="3449212" y="4229265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85"/>
          <p:cNvSpPr/>
          <p:nvPr/>
        </p:nvSpPr>
        <p:spPr>
          <a:xfrm>
            <a:off x="4242209" y="4229264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85"/>
          <p:cNvSpPr/>
          <p:nvPr/>
        </p:nvSpPr>
        <p:spPr>
          <a:xfrm>
            <a:off x="5010124" y="4234028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5"/>
          <p:cNvSpPr/>
          <p:nvPr/>
        </p:nvSpPr>
        <p:spPr>
          <a:xfrm>
            <a:off x="5794950" y="4234028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5"/>
          <p:cNvSpPr/>
          <p:nvPr/>
        </p:nvSpPr>
        <p:spPr>
          <a:xfrm>
            <a:off x="6587947" y="4234027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85"/>
          <p:cNvSpPr/>
          <p:nvPr/>
        </p:nvSpPr>
        <p:spPr>
          <a:xfrm>
            <a:off x="7372773" y="4234027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5"/>
          <p:cNvSpPr/>
          <p:nvPr/>
        </p:nvSpPr>
        <p:spPr>
          <a:xfrm>
            <a:off x="8157599" y="4234027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85"/>
          <p:cNvSpPr txBox="1"/>
          <p:nvPr/>
        </p:nvSpPr>
        <p:spPr>
          <a:xfrm>
            <a:off x="-80797" y="144860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1" name="Google Shape;2311;p85"/>
          <p:cNvSpPr txBox="1"/>
          <p:nvPr/>
        </p:nvSpPr>
        <p:spPr>
          <a:xfrm>
            <a:off x="-80159" y="114877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2" name="Google Shape;2312;p85"/>
          <p:cNvSpPr txBox="1"/>
          <p:nvPr/>
        </p:nvSpPr>
        <p:spPr>
          <a:xfrm>
            <a:off x="701252" y="153127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3" name="Google Shape;2313;p85"/>
          <p:cNvSpPr txBox="1"/>
          <p:nvPr/>
        </p:nvSpPr>
        <p:spPr>
          <a:xfrm>
            <a:off x="701251" y="187330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4" name="Google Shape;2314;p85"/>
          <p:cNvSpPr txBox="1"/>
          <p:nvPr/>
        </p:nvSpPr>
        <p:spPr>
          <a:xfrm>
            <a:off x="1495583" y="168841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5" name="Google Shape;2315;p85"/>
          <p:cNvSpPr txBox="1"/>
          <p:nvPr/>
        </p:nvSpPr>
        <p:spPr>
          <a:xfrm>
            <a:off x="1481394" y="201461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6" name="Google Shape;2316;p85"/>
          <p:cNvSpPr txBox="1"/>
          <p:nvPr/>
        </p:nvSpPr>
        <p:spPr>
          <a:xfrm>
            <a:off x="2286153" y="172174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7" name="Google Shape;2317;p85"/>
          <p:cNvSpPr txBox="1"/>
          <p:nvPr/>
        </p:nvSpPr>
        <p:spPr>
          <a:xfrm>
            <a:off x="2293230" y="204664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8" name="Google Shape;2318;p85"/>
          <p:cNvSpPr txBox="1"/>
          <p:nvPr/>
        </p:nvSpPr>
        <p:spPr>
          <a:xfrm>
            <a:off x="3071960" y="179425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9" name="Google Shape;2319;p85"/>
          <p:cNvSpPr txBox="1"/>
          <p:nvPr/>
        </p:nvSpPr>
        <p:spPr>
          <a:xfrm>
            <a:off x="3067199" y="211980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0" name="Google Shape;2320;p85"/>
          <p:cNvSpPr txBox="1"/>
          <p:nvPr/>
        </p:nvSpPr>
        <p:spPr>
          <a:xfrm>
            <a:off x="3862530" y="169507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1" name="Google Shape;2321;p85"/>
          <p:cNvSpPr txBox="1"/>
          <p:nvPr/>
        </p:nvSpPr>
        <p:spPr>
          <a:xfrm>
            <a:off x="3857770" y="205497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2" name="Google Shape;2322;p85"/>
          <p:cNvSpPr txBox="1"/>
          <p:nvPr/>
        </p:nvSpPr>
        <p:spPr>
          <a:xfrm>
            <a:off x="4643577" y="211682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3" name="Google Shape;2323;p85"/>
          <p:cNvSpPr txBox="1"/>
          <p:nvPr/>
        </p:nvSpPr>
        <p:spPr>
          <a:xfrm>
            <a:off x="4648341" y="242608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4" name="Google Shape;2324;p85"/>
          <p:cNvSpPr txBox="1"/>
          <p:nvPr/>
        </p:nvSpPr>
        <p:spPr>
          <a:xfrm>
            <a:off x="5434314" y="212567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5" name="Google Shape;2325;p85"/>
          <p:cNvSpPr txBox="1"/>
          <p:nvPr/>
        </p:nvSpPr>
        <p:spPr>
          <a:xfrm>
            <a:off x="5445889" y="240795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6" name="Google Shape;2326;p85"/>
          <p:cNvSpPr txBox="1"/>
          <p:nvPr/>
        </p:nvSpPr>
        <p:spPr>
          <a:xfrm>
            <a:off x="6232125" y="223359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7" name="Google Shape;2327;p85"/>
          <p:cNvSpPr txBox="1"/>
          <p:nvPr/>
        </p:nvSpPr>
        <p:spPr>
          <a:xfrm>
            <a:off x="6252964" y="257541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8" name="Google Shape;2328;p85"/>
          <p:cNvSpPr txBox="1"/>
          <p:nvPr/>
        </p:nvSpPr>
        <p:spPr>
          <a:xfrm>
            <a:off x="7019098" y="2200747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9" name="Google Shape;2329;p85"/>
          <p:cNvSpPr txBox="1"/>
          <p:nvPr/>
        </p:nvSpPr>
        <p:spPr>
          <a:xfrm>
            <a:off x="7019098" y="250855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30" name="Google Shape;2330;p85"/>
          <p:cNvSpPr txBox="1"/>
          <p:nvPr/>
        </p:nvSpPr>
        <p:spPr>
          <a:xfrm>
            <a:off x="7805334" y="227381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31" name="Google Shape;2331;p85"/>
          <p:cNvSpPr txBox="1"/>
          <p:nvPr/>
        </p:nvSpPr>
        <p:spPr>
          <a:xfrm>
            <a:off x="7807862" y="258318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7" name="Google Shape;2337;p8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8499" y="2048344"/>
            <a:ext cx="2309410" cy="2309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8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1562" y="2048725"/>
            <a:ext cx="1165937" cy="140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86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28" y="2045867"/>
            <a:ext cx="2308938" cy="230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86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2291" y="1685070"/>
            <a:ext cx="3030631" cy="30302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1" name="Google Shape;2341;p86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342" name="Google Shape;2342;p86"/>
          <p:cNvSpPr/>
          <p:nvPr/>
        </p:nvSpPr>
        <p:spPr>
          <a:xfrm>
            <a:off x="285749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86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86"/>
          <p:cNvSpPr/>
          <p:nvPr/>
        </p:nvSpPr>
        <p:spPr>
          <a:xfrm>
            <a:off x="3333728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86"/>
          <p:cNvSpPr/>
          <p:nvPr/>
        </p:nvSpPr>
        <p:spPr>
          <a:xfrm>
            <a:off x="3333728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86"/>
          <p:cNvSpPr/>
          <p:nvPr/>
        </p:nvSpPr>
        <p:spPr>
          <a:xfrm>
            <a:off x="6381707" y="1306712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86"/>
          <p:cNvSpPr/>
          <p:nvPr/>
        </p:nvSpPr>
        <p:spPr>
          <a:xfrm>
            <a:off x="6381707" y="154305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86"/>
          <p:cNvSpPr txBox="1"/>
          <p:nvPr/>
        </p:nvSpPr>
        <p:spPr>
          <a:xfrm>
            <a:off x="854932" y="2991623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sz="3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49" name="Google Shape;2349;p86"/>
          <p:cNvSpPr txBox="1"/>
          <p:nvPr/>
        </p:nvSpPr>
        <p:spPr>
          <a:xfrm>
            <a:off x="3776371" y="2991622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sz="3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50" name="Google Shape;2350;p86"/>
          <p:cNvSpPr txBox="1"/>
          <p:nvPr/>
        </p:nvSpPr>
        <p:spPr>
          <a:xfrm>
            <a:off x="6795780" y="2980839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sz="3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6" name="Google Shape;2356;p87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90533" y="3217771"/>
            <a:ext cx="343849" cy="82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7" name="Google Shape;2357;p87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95907" y="1121014"/>
            <a:ext cx="3531595" cy="3531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8" name="Google Shape;2358;p87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3947" y="956231"/>
            <a:ext cx="360941" cy="48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9" name="Google Shape;2359;p87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21288" y="1205007"/>
            <a:ext cx="435827" cy="635381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87"/>
          <p:cNvSpPr/>
          <p:nvPr/>
        </p:nvSpPr>
        <p:spPr>
          <a:xfrm>
            <a:off x="285749" y="1328899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87"/>
          <p:cNvSpPr/>
          <p:nvPr/>
        </p:nvSpPr>
        <p:spPr>
          <a:xfrm>
            <a:off x="285749" y="2090800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2" name="Google Shape;2362;p87"/>
          <p:cNvSpPr/>
          <p:nvPr/>
        </p:nvSpPr>
        <p:spPr>
          <a:xfrm>
            <a:off x="285749" y="2852701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3" name="Google Shape;2363;p87"/>
          <p:cNvSpPr/>
          <p:nvPr/>
        </p:nvSpPr>
        <p:spPr>
          <a:xfrm>
            <a:off x="285749" y="3614602"/>
            <a:ext cx="571497" cy="571426"/>
          </a:xfrm>
          <a:prstGeom prst="roundRect">
            <a:avLst>
              <a:gd name="adj" fmla="val 27600"/>
            </a:avLst>
          </a:prstGeom>
          <a:solidFill>
            <a:srgbClr val="0077FF">
              <a:alpha val="10196"/>
            </a:srgbClr>
          </a:solidFill>
          <a:ln w="9525" cap="flat" cmpd="sng">
            <a:solidFill>
              <a:srgbClr val="0077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4" name="Google Shape;2364;p87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1490803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5" name="Google Shape;2365;p87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407" y="1508833"/>
            <a:ext cx="214946" cy="21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6" name="Google Shape;2366;p87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22527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7" name="Google Shape;2367;p87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407" y="2270733"/>
            <a:ext cx="214946" cy="21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8" name="Google Shape;2368;p87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3009843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9" name="Google Shape;2369;p87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407" y="3027872"/>
            <a:ext cx="214946" cy="21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0" name="Google Shape;2370;p87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673" y="377174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1" name="Google Shape;2371;p87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407" y="3789773"/>
            <a:ext cx="214946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2" name="Google Shape;2372;p87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373" name="Google Shape;2373;p87"/>
          <p:cNvSpPr txBox="1"/>
          <p:nvPr/>
        </p:nvSpPr>
        <p:spPr>
          <a:xfrm>
            <a:off x="5473184" y="2560606"/>
            <a:ext cx="2044293" cy="89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sz="4800" b="0" i="0" u="none" strike="noStrike" cap="non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74" name="Google Shape;2374;p87"/>
          <p:cNvSpPr txBox="1"/>
          <p:nvPr/>
        </p:nvSpPr>
        <p:spPr>
          <a:xfrm>
            <a:off x="7099707" y="671777"/>
            <a:ext cx="2044293" cy="53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1%</a:t>
            </a:r>
            <a:endParaRPr sz="3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75" name="Google Shape;2375;p87"/>
          <p:cNvSpPr/>
          <p:nvPr/>
        </p:nvSpPr>
        <p:spPr>
          <a:xfrm>
            <a:off x="1019111" y="149080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7"/>
          <p:cNvSpPr/>
          <p:nvPr/>
        </p:nvSpPr>
        <p:spPr>
          <a:xfrm>
            <a:off x="1019170" y="226254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87"/>
          <p:cNvSpPr/>
          <p:nvPr/>
        </p:nvSpPr>
        <p:spPr>
          <a:xfrm>
            <a:off x="1019170" y="302444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87"/>
          <p:cNvSpPr/>
          <p:nvPr/>
        </p:nvSpPr>
        <p:spPr>
          <a:xfrm>
            <a:off x="1019170" y="3829201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87"/>
          <p:cNvSpPr/>
          <p:nvPr/>
        </p:nvSpPr>
        <p:spPr>
          <a:xfrm>
            <a:off x="7099707" y="890962"/>
            <a:ext cx="629150" cy="23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менее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8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142" y="2000324"/>
            <a:ext cx="8755811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6" name="Google Shape;2386;p88"/>
          <p:cNvSpPr/>
          <p:nvPr/>
        </p:nvSpPr>
        <p:spPr>
          <a:xfrm>
            <a:off x="319086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7" name="Google Shape;2387;p88"/>
          <p:cNvSpPr/>
          <p:nvPr/>
        </p:nvSpPr>
        <p:spPr>
          <a:xfrm>
            <a:off x="319086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8" name="Google Shape;2388;p88"/>
          <p:cNvSpPr/>
          <p:nvPr/>
        </p:nvSpPr>
        <p:spPr>
          <a:xfrm>
            <a:off x="2600312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" name="Google Shape;2389;p88"/>
          <p:cNvSpPr/>
          <p:nvPr/>
        </p:nvSpPr>
        <p:spPr>
          <a:xfrm>
            <a:off x="2600312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" name="Google Shape;2390;p88"/>
          <p:cNvSpPr/>
          <p:nvPr/>
        </p:nvSpPr>
        <p:spPr>
          <a:xfrm>
            <a:off x="4881537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1" name="Google Shape;2391;p88"/>
          <p:cNvSpPr/>
          <p:nvPr/>
        </p:nvSpPr>
        <p:spPr>
          <a:xfrm>
            <a:off x="4881537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2" name="Google Shape;2392;p88"/>
          <p:cNvSpPr/>
          <p:nvPr/>
        </p:nvSpPr>
        <p:spPr>
          <a:xfrm>
            <a:off x="7162763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3" name="Google Shape;2393;p88"/>
          <p:cNvSpPr/>
          <p:nvPr/>
        </p:nvSpPr>
        <p:spPr>
          <a:xfrm>
            <a:off x="7162763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4" name="Google Shape;2394;p88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684300"/>
            <a:ext cx="7238962" cy="7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Google Shape;2395;p88"/>
          <p:cNvSpPr/>
          <p:nvPr/>
        </p:nvSpPr>
        <p:spPr>
          <a:xfrm>
            <a:off x="319086" y="3000319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6" name="Google Shape;2396;p88"/>
          <p:cNvSpPr/>
          <p:nvPr/>
        </p:nvSpPr>
        <p:spPr>
          <a:xfrm>
            <a:off x="319086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7" name="Google Shape;2397;p88"/>
          <p:cNvSpPr/>
          <p:nvPr/>
        </p:nvSpPr>
        <p:spPr>
          <a:xfrm>
            <a:off x="2600312" y="3000319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88"/>
          <p:cNvSpPr/>
          <p:nvPr/>
        </p:nvSpPr>
        <p:spPr>
          <a:xfrm>
            <a:off x="2600312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9" name="Google Shape;2399;p88"/>
          <p:cNvSpPr/>
          <p:nvPr/>
        </p:nvSpPr>
        <p:spPr>
          <a:xfrm>
            <a:off x="4881537" y="3000319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0" name="Google Shape;2400;p88"/>
          <p:cNvSpPr/>
          <p:nvPr/>
        </p:nvSpPr>
        <p:spPr>
          <a:xfrm>
            <a:off x="4881537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1" name="Google Shape;2401;p88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402" name="Google Shape;2402;p88"/>
          <p:cNvSpPr/>
          <p:nvPr/>
        </p:nvSpPr>
        <p:spPr>
          <a:xfrm>
            <a:off x="285749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88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4" name="Google Shape;2404;p88"/>
          <p:cNvSpPr/>
          <p:nvPr/>
        </p:nvSpPr>
        <p:spPr>
          <a:xfrm>
            <a:off x="285749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5" name="Google Shape;2405;p88"/>
          <p:cNvSpPr/>
          <p:nvPr/>
        </p:nvSpPr>
        <p:spPr>
          <a:xfrm>
            <a:off x="2600311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88"/>
          <p:cNvSpPr/>
          <p:nvPr/>
        </p:nvSpPr>
        <p:spPr>
          <a:xfrm>
            <a:off x="2600311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7" name="Google Shape;2407;p88"/>
          <p:cNvSpPr/>
          <p:nvPr/>
        </p:nvSpPr>
        <p:spPr>
          <a:xfrm>
            <a:off x="2600311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8" name="Google Shape;2408;p88"/>
          <p:cNvSpPr/>
          <p:nvPr/>
        </p:nvSpPr>
        <p:spPr>
          <a:xfrm>
            <a:off x="4853011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88"/>
          <p:cNvSpPr/>
          <p:nvPr/>
        </p:nvSpPr>
        <p:spPr>
          <a:xfrm>
            <a:off x="4853011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0" name="Google Shape;2410;p88"/>
          <p:cNvSpPr/>
          <p:nvPr/>
        </p:nvSpPr>
        <p:spPr>
          <a:xfrm>
            <a:off x="4853011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1" name="Google Shape;2411;p88"/>
          <p:cNvSpPr/>
          <p:nvPr/>
        </p:nvSpPr>
        <p:spPr>
          <a:xfrm>
            <a:off x="7162762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88"/>
          <p:cNvSpPr/>
          <p:nvPr/>
        </p:nvSpPr>
        <p:spPr>
          <a:xfrm>
            <a:off x="7162762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3" name="Google Shape;2413;p88"/>
          <p:cNvSpPr/>
          <p:nvPr/>
        </p:nvSpPr>
        <p:spPr>
          <a:xfrm>
            <a:off x="7162762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4" name="Google Shape;2414;p88"/>
          <p:cNvSpPr/>
          <p:nvPr/>
        </p:nvSpPr>
        <p:spPr>
          <a:xfrm>
            <a:off x="318685" y="312970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88"/>
          <p:cNvSpPr/>
          <p:nvPr/>
        </p:nvSpPr>
        <p:spPr>
          <a:xfrm>
            <a:off x="318685" y="328989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6" name="Google Shape;2416;p88"/>
          <p:cNvSpPr/>
          <p:nvPr/>
        </p:nvSpPr>
        <p:spPr>
          <a:xfrm>
            <a:off x="318685" y="394462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7" name="Google Shape;2417;p88"/>
          <p:cNvSpPr/>
          <p:nvPr/>
        </p:nvSpPr>
        <p:spPr>
          <a:xfrm>
            <a:off x="2599910" y="312970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88"/>
          <p:cNvSpPr/>
          <p:nvPr/>
        </p:nvSpPr>
        <p:spPr>
          <a:xfrm>
            <a:off x="2599910" y="328989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9" name="Google Shape;2419;p88"/>
          <p:cNvSpPr/>
          <p:nvPr/>
        </p:nvSpPr>
        <p:spPr>
          <a:xfrm>
            <a:off x="2599910" y="394462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0" name="Google Shape;2420;p88"/>
          <p:cNvSpPr/>
          <p:nvPr/>
        </p:nvSpPr>
        <p:spPr>
          <a:xfrm>
            <a:off x="4881135" y="311422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88"/>
          <p:cNvSpPr/>
          <p:nvPr/>
        </p:nvSpPr>
        <p:spPr>
          <a:xfrm>
            <a:off x="4881135" y="32744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050" b="0" i="0" u="none" strike="noStrike" cap="non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2" name="Google Shape;2422;p88"/>
          <p:cNvSpPr/>
          <p:nvPr/>
        </p:nvSpPr>
        <p:spPr>
          <a:xfrm>
            <a:off x="4881135" y="392914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9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8" name="Google Shape;2428;p89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32082"/>
            <a:ext cx="8515008" cy="9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89"/>
          <p:cNvSpPr/>
          <p:nvPr/>
        </p:nvSpPr>
        <p:spPr>
          <a:xfrm>
            <a:off x="553415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1" name="Google Shape;2431;p89"/>
          <p:cNvSpPr/>
          <p:nvPr/>
        </p:nvSpPr>
        <p:spPr>
          <a:xfrm>
            <a:off x="3565736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2" name="Google Shape;2432;p89"/>
          <p:cNvSpPr/>
          <p:nvPr/>
        </p:nvSpPr>
        <p:spPr>
          <a:xfrm>
            <a:off x="3565736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p89"/>
          <p:cNvSpPr/>
          <p:nvPr/>
        </p:nvSpPr>
        <p:spPr>
          <a:xfrm>
            <a:off x="6578067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4" name="Google Shape;2434;p89"/>
          <p:cNvSpPr/>
          <p:nvPr/>
        </p:nvSpPr>
        <p:spPr>
          <a:xfrm>
            <a:off x="6578067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p89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436" name="Google Shape;2436;p89"/>
          <p:cNvSpPr/>
          <p:nvPr/>
        </p:nvSpPr>
        <p:spPr>
          <a:xfrm>
            <a:off x="511399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89"/>
          <p:cNvSpPr/>
          <p:nvPr/>
        </p:nvSpPr>
        <p:spPr>
          <a:xfrm>
            <a:off x="511399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8" name="Google Shape;2438;p89"/>
          <p:cNvSpPr/>
          <p:nvPr/>
        </p:nvSpPr>
        <p:spPr>
          <a:xfrm>
            <a:off x="511399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105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9" name="Google Shape;2439;p89"/>
          <p:cNvSpPr/>
          <p:nvPr/>
        </p:nvSpPr>
        <p:spPr>
          <a:xfrm>
            <a:off x="3565736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89"/>
          <p:cNvSpPr/>
          <p:nvPr/>
        </p:nvSpPr>
        <p:spPr>
          <a:xfrm>
            <a:off x="3565736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1" name="Google Shape;2441;p89"/>
          <p:cNvSpPr/>
          <p:nvPr/>
        </p:nvSpPr>
        <p:spPr>
          <a:xfrm>
            <a:off x="3565736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105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2" name="Google Shape;2442;p89"/>
          <p:cNvSpPr/>
          <p:nvPr/>
        </p:nvSpPr>
        <p:spPr>
          <a:xfrm>
            <a:off x="6578057" y="211197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89"/>
          <p:cNvSpPr/>
          <p:nvPr/>
        </p:nvSpPr>
        <p:spPr>
          <a:xfrm>
            <a:off x="6578057" y="232926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4" name="Google Shape;2444;p89"/>
          <p:cNvSpPr/>
          <p:nvPr/>
        </p:nvSpPr>
        <p:spPr>
          <a:xfrm>
            <a:off x="6578057" y="300285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sz="105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0" name="Google Shape;2450;p90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4519" y="1243185"/>
            <a:ext cx="2933685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1" name="Google Shape;2451;p90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243185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90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4635" y="1243185"/>
            <a:ext cx="2933685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3" name="Google Shape;2453;p90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3528888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4" name="Google Shape;2454;p90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3071747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5" name="Google Shape;2455;p90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2614607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6" name="Google Shape;2456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9398" y="307174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7" name="Google Shape;2457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9398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8" name="Google Shape;2458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9398" y="261460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9398" y="2157466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9398" y="1700326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1" name="Google Shape;2461;p90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1700326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2" name="Google Shape;2462;p90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2157466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3" name="Google Shape;2463;p90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398602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4" name="Google Shape;2464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5" name="Google Shape;2465;p90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3528888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6" name="Google Shape;2466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9398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7" name="Google Shape;2467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8" name="Google Shape;2468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307174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9" name="Google Shape;2469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261460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0" name="Google Shape;2470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2157466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90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9282" y="1700326"/>
            <a:ext cx="2919397" cy="409522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90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473" name="Google Shape;2473;p90"/>
          <p:cNvSpPr/>
          <p:nvPr/>
        </p:nvSpPr>
        <p:spPr>
          <a:xfrm>
            <a:off x="754652" y="136230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4" name="Google Shape;2474;p90"/>
          <p:cNvSpPr/>
          <p:nvPr/>
        </p:nvSpPr>
        <p:spPr>
          <a:xfrm>
            <a:off x="3570498" y="136230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5" name="Google Shape;2475;p90"/>
          <p:cNvSpPr/>
          <p:nvPr/>
        </p:nvSpPr>
        <p:spPr>
          <a:xfrm>
            <a:off x="6580140" y="136230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6" name="Google Shape;2476;p90"/>
          <p:cNvSpPr/>
          <p:nvPr/>
        </p:nvSpPr>
        <p:spPr>
          <a:xfrm>
            <a:off x="754652" y="182995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7" name="Google Shape;2477;p90"/>
          <p:cNvSpPr/>
          <p:nvPr/>
        </p:nvSpPr>
        <p:spPr>
          <a:xfrm>
            <a:off x="754652" y="227707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8" name="Google Shape;2478;p90"/>
          <p:cNvSpPr/>
          <p:nvPr/>
        </p:nvSpPr>
        <p:spPr>
          <a:xfrm>
            <a:off x="754652" y="274423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9" name="Google Shape;2479;p90"/>
          <p:cNvSpPr/>
          <p:nvPr/>
        </p:nvSpPr>
        <p:spPr>
          <a:xfrm>
            <a:off x="754652" y="320137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0" name="Google Shape;2480;p90"/>
          <p:cNvSpPr/>
          <p:nvPr/>
        </p:nvSpPr>
        <p:spPr>
          <a:xfrm>
            <a:off x="754652" y="363241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1" name="Google Shape;2481;p90"/>
          <p:cNvSpPr/>
          <p:nvPr/>
        </p:nvSpPr>
        <p:spPr>
          <a:xfrm>
            <a:off x="3570498" y="181033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2" name="Google Shape;2482;p90"/>
          <p:cNvSpPr/>
          <p:nvPr/>
        </p:nvSpPr>
        <p:spPr>
          <a:xfrm>
            <a:off x="3570498" y="226063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3" name="Google Shape;2483;p90"/>
          <p:cNvSpPr/>
          <p:nvPr/>
        </p:nvSpPr>
        <p:spPr>
          <a:xfrm>
            <a:off x="3570498" y="271813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4" name="Google Shape;2484;p90"/>
          <p:cNvSpPr/>
          <p:nvPr/>
        </p:nvSpPr>
        <p:spPr>
          <a:xfrm>
            <a:off x="3570498" y="317527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5" name="Google Shape;2485;p90"/>
          <p:cNvSpPr/>
          <p:nvPr/>
        </p:nvSpPr>
        <p:spPr>
          <a:xfrm>
            <a:off x="3570498" y="363894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6" name="Google Shape;2486;p90"/>
          <p:cNvSpPr/>
          <p:nvPr/>
        </p:nvSpPr>
        <p:spPr>
          <a:xfrm>
            <a:off x="6580140" y="182995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7" name="Google Shape;2487;p90"/>
          <p:cNvSpPr/>
          <p:nvPr/>
        </p:nvSpPr>
        <p:spPr>
          <a:xfrm>
            <a:off x="6580140" y="228025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8" name="Google Shape;2488;p90"/>
          <p:cNvSpPr/>
          <p:nvPr/>
        </p:nvSpPr>
        <p:spPr>
          <a:xfrm>
            <a:off x="6580140" y="273775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9" name="Google Shape;2489;p90"/>
          <p:cNvSpPr/>
          <p:nvPr/>
        </p:nvSpPr>
        <p:spPr>
          <a:xfrm>
            <a:off x="6580140" y="319489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90" name="Google Shape;2490;p90"/>
          <p:cNvSpPr/>
          <p:nvPr/>
        </p:nvSpPr>
        <p:spPr>
          <a:xfrm>
            <a:off x="6580140" y="365856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91" name="Google Shape;2491;p90"/>
          <p:cNvSpPr/>
          <p:nvPr/>
        </p:nvSpPr>
        <p:spPr>
          <a:xfrm>
            <a:off x="6580140" y="408887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sz="1200" b="1" i="0" u="none" strike="noStrike" cap="non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92" name="Google Shape;2492;p90"/>
          <p:cNvSpPr/>
          <p:nvPr/>
        </p:nvSpPr>
        <p:spPr>
          <a:xfrm>
            <a:off x="4377938" y="41282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Итого:</a:t>
            </a:r>
            <a:endParaRPr sz="1200" b="0" i="0" u="none" strike="noStrike" cap="non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91"/>
          <p:cNvSpPr/>
          <p:nvPr/>
        </p:nvSpPr>
        <p:spPr>
          <a:xfrm>
            <a:off x="3190859" y="909854"/>
            <a:ext cx="2762236" cy="3438077"/>
          </a:xfrm>
          <a:prstGeom prst="roundRect">
            <a:avLst>
              <a:gd name="adj" fmla="val 521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9" name="Google Shape;2499;p9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7423" y="3375800"/>
            <a:ext cx="428623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500" name="Google Shape;2500;p91"/>
          <p:cNvSpPr/>
          <p:nvPr/>
        </p:nvSpPr>
        <p:spPr>
          <a:xfrm>
            <a:off x="285749" y="909854"/>
            <a:ext cx="2762236" cy="3438077"/>
          </a:xfrm>
          <a:prstGeom prst="roundRect">
            <a:avLst>
              <a:gd name="adj" fmla="val 521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1" name="Google Shape;2501;p9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909854"/>
            <a:ext cx="2762236" cy="3438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2" name="Google Shape;2502;p91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6012" y="3381270"/>
            <a:ext cx="428623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91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90859" y="909854"/>
            <a:ext cx="2762236" cy="3438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91"/>
          <p:cNvSpPr/>
          <p:nvPr/>
        </p:nvSpPr>
        <p:spPr>
          <a:xfrm>
            <a:off x="6095968" y="909854"/>
            <a:ext cx="2762236" cy="3438077"/>
          </a:xfrm>
          <a:prstGeom prst="roundRect">
            <a:avLst>
              <a:gd name="adj" fmla="val 521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5" name="Google Shape;2505;p91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68" y="909854"/>
            <a:ext cx="2762236" cy="3438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91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38843" y="3719363"/>
            <a:ext cx="2466962" cy="414284"/>
          </a:xfrm>
          <a:prstGeom prst="rect">
            <a:avLst/>
          </a:prstGeom>
          <a:noFill/>
          <a:ln>
            <a:noFill/>
          </a:ln>
        </p:spPr>
      </p:pic>
      <p:sp>
        <p:nvSpPr>
          <p:cNvPr id="2507" name="Google Shape;2507;p91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строчку</a:t>
            </a:r>
            <a:endParaRPr/>
          </a:p>
        </p:txBody>
      </p:sp>
      <p:sp>
        <p:nvSpPr>
          <p:cNvPr id="2508" name="Google Shape;2508;p91"/>
          <p:cNvSpPr/>
          <p:nvPr/>
        </p:nvSpPr>
        <p:spPr>
          <a:xfrm>
            <a:off x="472241" y="119246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91"/>
          <p:cNvSpPr/>
          <p:nvPr/>
        </p:nvSpPr>
        <p:spPr>
          <a:xfrm>
            <a:off x="472241" y="140975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0" name="Google Shape;2510;p91"/>
          <p:cNvSpPr/>
          <p:nvPr/>
        </p:nvSpPr>
        <p:spPr>
          <a:xfrm>
            <a:off x="3345248" y="1192646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91"/>
          <p:cNvSpPr/>
          <p:nvPr/>
        </p:nvSpPr>
        <p:spPr>
          <a:xfrm>
            <a:off x="3345248" y="140993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2" name="Google Shape;2512;p91"/>
          <p:cNvSpPr/>
          <p:nvPr/>
        </p:nvSpPr>
        <p:spPr>
          <a:xfrm>
            <a:off x="6238843" y="119246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91"/>
          <p:cNvSpPr/>
          <p:nvPr/>
        </p:nvSpPr>
        <p:spPr>
          <a:xfrm>
            <a:off x="6238843" y="140975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4" name="Google Shape;2514;p91"/>
          <p:cNvSpPr/>
          <p:nvPr/>
        </p:nvSpPr>
        <p:spPr>
          <a:xfrm>
            <a:off x="439548" y="2852279"/>
            <a:ext cx="1614880" cy="304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91"/>
          <p:cNvSpPr/>
          <p:nvPr/>
        </p:nvSpPr>
        <p:spPr>
          <a:xfrm>
            <a:off x="439548" y="30991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6" name="Google Shape;2516;p91"/>
          <p:cNvSpPr/>
          <p:nvPr/>
        </p:nvSpPr>
        <p:spPr>
          <a:xfrm>
            <a:off x="472240" y="3678067"/>
            <a:ext cx="2575745" cy="304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 </a:t>
            </a:r>
            <a:r>
              <a:rPr lang="en-US" sz="1600" b="0" i="0" u="none" strike="sng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279 ₽</a:t>
            </a:r>
            <a:endParaRPr sz="2400" b="0" i="0" u="none" strike="sng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91"/>
          <p:cNvSpPr/>
          <p:nvPr/>
        </p:nvSpPr>
        <p:spPr>
          <a:xfrm>
            <a:off x="472241" y="392489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8" name="Google Shape;2518;p91"/>
          <p:cNvSpPr/>
          <p:nvPr/>
        </p:nvSpPr>
        <p:spPr>
          <a:xfrm>
            <a:off x="2467150" y="3386740"/>
            <a:ext cx="478003" cy="13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-20%</a:t>
            </a: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91"/>
          <p:cNvSpPr/>
          <p:nvPr/>
        </p:nvSpPr>
        <p:spPr>
          <a:xfrm>
            <a:off x="3335132" y="2852279"/>
            <a:ext cx="1614880" cy="304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91"/>
          <p:cNvSpPr/>
          <p:nvPr/>
        </p:nvSpPr>
        <p:spPr>
          <a:xfrm>
            <a:off x="3335132" y="30991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1" name="Google Shape;2521;p91"/>
          <p:cNvSpPr/>
          <p:nvPr/>
        </p:nvSpPr>
        <p:spPr>
          <a:xfrm>
            <a:off x="3367824" y="3678067"/>
            <a:ext cx="2575745" cy="304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 </a:t>
            </a:r>
            <a:r>
              <a:rPr lang="en-US" sz="1600" b="0" i="0" u="none" strike="sngStrike" cap="non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279 ₽</a:t>
            </a:r>
            <a:endParaRPr sz="2400" b="0" i="0" u="none" strike="sngStrike" cap="non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91"/>
          <p:cNvSpPr/>
          <p:nvPr/>
        </p:nvSpPr>
        <p:spPr>
          <a:xfrm>
            <a:off x="3367825" y="392489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3" name="Google Shape;2523;p91"/>
          <p:cNvSpPr/>
          <p:nvPr/>
        </p:nvSpPr>
        <p:spPr>
          <a:xfrm>
            <a:off x="5362734" y="3386740"/>
            <a:ext cx="478003" cy="13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-20%</a:t>
            </a: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91"/>
          <p:cNvSpPr/>
          <p:nvPr/>
        </p:nvSpPr>
        <p:spPr>
          <a:xfrm>
            <a:off x="6664884" y="3906296"/>
            <a:ext cx="1614880" cy="16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Кнопка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92"/>
          <p:cNvSpPr/>
          <p:nvPr/>
        </p:nvSpPr>
        <p:spPr>
          <a:xfrm>
            <a:off x="409574" y="2490798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1" name="Google Shape;2531;p92"/>
          <p:cNvSpPr/>
          <p:nvPr/>
        </p:nvSpPr>
        <p:spPr>
          <a:xfrm>
            <a:off x="2605074" y="2062229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2" name="Google Shape;2532;p92"/>
          <p:cNvSpPr/>
          <p:nvPr/>
        </p:nvSpPr>
        <p:spPr>
          <a:xfrm>
            <a:off x="4819626" y="1586041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3" name="Google Shape;2533;p92"/>
          <p:cNvSpPr/>
          <p:nvPr/>
        </p:nvSpPr>
        <p:spPr>
          <a:xfrm>
            <a:off x="7015126" y="966996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4" name="Google Shape;2534;p9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5" name="Google Shape;2535;p9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536" name="Google Shape;2536;p92"/>
          <p:cNvSpPr/>
          <p:nvPr/>
        </p:nvSpPr>
        <p:spPr>
          <a:xfrm>
            <a:off x="378618" y="2571750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92"/>
          <p:cNvSpPr/>
          <p:nvPr/>
        </p:nvSpPr>
        <p:spPr>
          <a:xfrm>
            <a:off x="378618" y="278904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38" name="Google Shape;2538;p92"/>
          <p:cNvSpPr/>
          <p:nvPr/>
        </p:nvSpPr>
        <p:spPr>
          <a:xfrm>
            <a:off x="2574118" y="2150693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92"/>
          <p:cNvSpPr/>
          <p:nvPr/>
        </p:nvSpPr>
        <p:spPr>
          <a:xfrm>
            <a:off x="2574118" y="236798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40" name="Google Shape;2540;p92"/>
          <p:cNvSpPr/>
          <p:nvPr/>
        </p:nvSpPr>
        <p:spPr>
          <a:xfrm>
            <a:off x="4819626" y="1687056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92"/>
          <p:cNvSpPr/>
          <p:nvPr/>
        </p:nvSpPr>
        <p:spPr>
          <a:xfrm>
            <a:off x="4819626" y="190434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42" name="Google Shape;2542;p92"/>
          <p:cNvSpPr/>
          <p:nvPr/>
        </p:nvSpPr>
        <p:spPr>
          <a:xfrm>
            <a:off x="7015126" y="1066270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92"/>
          <p:cNvSpPr/>
          <p:nvPr/>
        </p:nvSpPr>
        <p:spPr>
          <a:xfrm>
            <a:off x="7015126" y="128356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93"/>
          <p:cNvSpPr/>
          <p:nvPr/>
        </p:nvSpPr>
        <p:spPr>
          <a:xfrm>
            <a:off x="285749" y="1414613"/>
            <a:ext cx="1062032" cy="25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0" name="Google Shape;2550;p93"/>
          <p:cNvSpPr/>
          <p:nvPr/>
        </p:nvSpPr>
        <p:spPr>
          <a:xfrm>
            <a:off x="285749" y="1414613"/>
            <a:ext cx="1062032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1" name="Google Shape;2551;p93"/>
          <p:cNvSpPr/>
          <p:nvPr/>
        </p:nvSpPr>
        <p:spPr>
          <a:xfrm>
            <a:off x="285749" y="2009848"/>
            <a:ext cx="1062032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2" name="Google Shape;2552;p93"/>
          <p:cNvSpPr/>
          <p:nvPr/>
        </p:nvSpPr>
        <p:spPr>
          <a:xfrm>
            <a:off x="285749" y="2605083"/>
            <a:ext cx="1062032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3" name="Google Shape;2553;p93"/>
          <p:cNvSpPr/>
          <p:nvPr/>
        </p:nvSpPr>
        <p:spPr>
          <a:xfrm>
            <a:off x="1714492" y="4200313"/>
            <a:ext cx="7053226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4" name="Google Shape;2554;p93"/>
          <p:cNvSpPr/>
          <p:nvPr/>
        </p:nvSpPr>
        <p:spPr>
          <a:xfrm>
            <a:off x="1714491" y="4200313"/>
            <a:ext cx="647697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5" name="Google Shape;2555;p93"/>
          <p:cNvSpPr/>
          <p:nvPr/>
        </p:nvSpPr>
        <p:spPr>
          <a:xfrm>
            <a:off x="2847170" y="4200313"/>
            <a:ext cx="376235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6" name="Google Shape;2556;p93"/>
          <p:cNvSpPr/>
          <p:nvPr/>
        </p:nvSpPr>
        <p:spPr>
          <a:xfrm>
            <a:off x="5635599" y="4200313"/>
            <a:ext cx="590547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7" name="Google Shape;2557;p93"/>
          <p:cNvSpPr/>
          <p:nvPr/>
        </p:nvSpPr>
        <p:spPr>
          <a:xfrm>
            <a:off x="6711119" y="4200313"/>
            <a:ext cx="838195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8" name="Google Shape;2558;p93"/>
          <p:cNvSpPr/>
          <p:nvPr/>
        </p:nvSpPr>
        <p:spPr>
          <a:xfrm>
            <a:off x="8034296" y="4200313"/>
            <a:ext cx="733421" cy="2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9" name="Google Shape;2559;p93" descr=" "/>
          <p:cNvSpPr/>
          <p:nvPr/>
        </p:nvSpPr>
        <p:spPr>
          <a:xfrm>
            <a:off x="1712110" y="1512232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60" name="Google Shape;2560;p93" descr=" "/>
          <p:cNvSpPr/>
          <p:nvPr/>
        </p:nvSpPr>
        <p:spPr>
          <a:xfrm>
            <a:off x="1714492" y="2116990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61" name="Google Shape;2561;p93" descr=" "/>
          <p:cNvSpPr/>
          <p:nvPr/>
        </p:nvSpPr>
        <p:spPr>
          <a:xfrm>
            <a:off x="1714492" y="2712225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62" name="Google Shape;2562;p93" descr=" "/>
          <p:cNvSpPr/>
          <p:nvPr/>
        </p:nvSpPr>
        <p:spPr>
          <a:xfrm>
            <a:off x="1714492" y="3307460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63" name="Google Shape;2563;p93" descr=" "/>
          <p:cNvSpPr/>
          <p:nvPr/>
        </p:nvSpPr>
        <p:spPr>
          <a:xfrm>
            <a:off x="1714492" y="3902695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2564" name="Google Shape;2564;p9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9745" y="1347947"/>
            <a:ext cx="294321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5" name="Google Shape;2565;p9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6072" y="2571750"/>
            <a:ext cx="1200144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6" name="Google Shape;2566;p93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0978" y="3166985"/>
            <a:ext cx="1200144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7" name="Google Shape;2567;p93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7250" y="1971753"/>
            <a:ext cx="2238363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8" name="Google Shape;2568;p93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6072" y="3762220"/>
            <a:ext cx="1200144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69" name="Google Shape;2569;p9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570" name="Google Shape;2570;p93"/>
          <p:cNvSpPr/>
          <p:nvPr/>
        </p:nvSpPr>
        <p:spPr>
          <a:xfrm>
            <a:off x="285749" y="142290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1" name="Google Shape;2571;p93"/>
          <p:cNvSpPr/>
          <p:nvPr/>
        </p:nvSpPr>
        <p:spPr>
          <a:xfrm>
            <a:off x="285749" y="200845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2" name="Google Shape;2572;p93"/>
          <p:cNvSpPr/>
          <p:nvPr/>
        </p:nvSpPr>
        <p:spPr>
          <a:xfrm>
            <a:off x="284367" y="25826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3" name="Google Shape;2573;p93"/>
          <p:cNvSpPr/>
          <p:nvPr/>
        </p:nvSpPr>
        <p:spPr>
          <a:xfrm>
            <a:off x="284367" y="320082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4" name="Google Shape;2574;p93"/>
          <p:cNvSpPr/>
          <p:nvPr/>
        </p:nvSpPr>
        <p:spPr>
          <a:xfrm>
            <a:off x="284367" y="37824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5" name="Google Shape;2575;p93"/>
          <p:cNvSpPr/>
          <p:nvPr/>
        </p:nvSpPr>
        <p:spPr>
          <a:xfrm>
            <a:off x="1712110" y="4189647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Май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6" name="Google Shape;2576;p93"/>
          <p:cNvSpPr/>
          <p:nvPr/>
        </p:nvSpPr>
        <p:spPr>
          <a:xfrm>
            <a:off x="2855102" y="4189648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Июнь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7" name="Google Shape;2577;p93"/>
          <p:cNvSpPr/>
          <p:nvPr/>
        </p:nvSpPr>
        <p:spPr>
          <a:xfrm>
            <a:off x="4151024" y="4189649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Июль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8" name="Google Shape;2578;p93"/>
          <p:cNvSpPr/>
          <p:nvPr/>
        </p:nvSpPr>
        <p:spPr>
          <a:xfrm>
            <a:off x="5396605" y="4185577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Август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9" name="Google Shape;2579;p93"/>
          <p:cNvSpPr/>
          <p:nvPr/>
        </p:nvSpPr>
        <p:spPr>
          <a:xfrm>
            <a:off x="6742869" y="4194335"/>
            <a:ext cx="774693" cy="2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Сентябрь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80" name="Google Shape;2580;p93"/>
          <p:cNvSpPr/>
          <p:nvPr/>
        </p:nvSpPr>
        <p:spPr>
          <a:xfrm>
            <a:off x="8115446" y="4190489"/>
            <a:ext cx="774693" cy="2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Октябрь</a:t>
            </a:r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6" name="Google Shape;2586;p9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81374"/>
            <a:ext cx="5571789" cy="3287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7" name="Google Shape;2587;p9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6167" y="1754427"/>
            <a:ext cx="2136977" cy="2136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8" name="Google Shape;2588;p94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653" y="1537855"/>
            <a:ext cx="1229709" cy="16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9" name="Google Shape;2589;p94"/>
          <p:cNvSpPr/>
          <p:nvPr/>
        </p:nvSpPr>
        <p:spPr>
          <a:xfrm>
            <a:off x="582548" y="2251960"/>
            <a:ext cx="1323948" cy="1450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0" name="Google Shape;2590;p94"/>
          <p:cNvSpPr/>
          <p:nvPr/>
        </p:nvSpPr>
        <p:spPr>
          <a:xfrm>
            <a:off x="582548" y="2251961"/>
            <a:ext cx="1323948" cy="360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1" name="Google Shape;2591;p94"/>
          <p:cNvSpPr/>
          <p:nvPr/>
        </p:nvSpPr>
        <p:spPr>
          <a:xfrm>
            <a:off x="582548" y="2251960"/>
            <a:ext cx="1362452" cy="18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1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9" b="0" i="0" u="none" strike="noStrike" cap="non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Онлайн-реклама</a:t>
            </a:r>
            <a:endParaRPr sz="90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94"/>
          <p:cNvSpPr/>
          <p:nvPr/>
        </p:nvSpPr>
        <p:spPr>
          <a:xfrm>
            <a:off x="582548" y="2483665"/>
            <a:ext cx="1353567" cy="15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основной бизнес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94"/>
          <p:cNvSpPr/>
          <p:nvPr/>
        </p:nvSpPr>
        <p:spPr>
          <a:xfrm>
            <a:off x="582547" y="3056458"/>
            <a:ext cx="892999" cy="645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4" name="Google Shape;2594;p94"/>
          <p:cNvSpPr/>
          <p:nvPr/>
        </p:nvSpPr>
        <p:spPr>
          <a:xfrm>
            <a:off x="582548" y="3056457"/>
            <a:ext cx="931503" cy="46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1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9" b="0" i="0" u="none" strike="noStrike" cap="non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Цифровые  сервисы  и контент</a:t>
            </a:r>
            <a:endParaRPr sz="90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94"/>
          <p:cNvSpPr/>
          <p:nvPr/>
        </p:nvSpPr>
        <p:spPr>
          <a:xfrm>
            <a:off x="582548" y="3573874"/>
            <a:ext cx="922617" cy="15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фокус развития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94"/>
          <p:cNvSpPr/>
          <p:nvPr/>
        </p:nvSpPr>
        <p:spPr>
          <a:xfrm>
            <a:off x="2395202" y="1363507"/>
            <a:ext cx="2923349" cy="2922983"/>
          </a:xfrm>
          <a:prstGeom prst="ellipse">
            <a:avLst/>
          </a:prstGeom>
          <a:noFill/>
          <a:ln w="12700" cap="flat" cmpd="sng">
            <a:solidFill>
              <a:srgbClr val="DD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7" name="Google Shape;2597;p94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1330" y="335"/>
            <a:ext cx="5192622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598" name="Google Shape;2598;p94"/>
          <p:cNvSpPr/>
          <p:nvPr/>
        </p:nvSpPr>
        <p:spPr>
          <a:xfrm>
            <a:off x="3686198" y="3942009"/>
            <a:ext cx="476081" cy="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9" name="Google Shape;2599;p94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6087" y="3942009"/>
            <a:ext cx="996302" cy="84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0" name="Google Shape;2600;p94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3624" y="4031713"/>
            <a:ext cx="13864" cy="84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1" name="Google Shape;2601;p94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4844" y="4031713"/>
            <a:ext cx="76298" cy="84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2" name="Google Shape;2602;p94" descr=" 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5247" y="3999579"/>
            <a:ext cx="140470" cy="14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3" name="Google Shape;2603;p94" descr=" 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88945" y="4042372"/>
            <a:ext cx="93706" cy="58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04" name="Google Shape;2604;p94"/>
          <p:cNvSpPr/>
          <p:nvPr/>
        </p:nvSpPr>
        <p:spPr>
          <a:xfrm>
            <a:off x="2567726" y="3168287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5" name="Google Shape;2605;p94" descr=" 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67726" y="3168287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6" name="Google Shape;2606;p94" descr=" 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19685" y="3228545"/>
            <a:ext cx="108659" cy="9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7" name="Google Shape;2607;p94" descr=" "/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99138" y="3251825"/>
            <a:ext cx="29205" cy="66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8" name="Google Shape;2608;p94" descr=" "/>
          <p:cNvPicPr preferRelativeResize="0"/>
          <p:nvPr/>
        </p:nvPicPr>
        <p:blipFill rotWithShape="1">
          <a:blip r:embed="rId1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3407" y="3251760"/>
            <a:ext cx="27404" cy="274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9" name="Google Shape;2609;p94"/>
          <p:cNvSpPr/>
          <p:nvPr/>
        </p:nvSpPr>
        <p:spPr>
          <a:xfrm>
            <a:off x="2492944" y="2865945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0" name="Google Shape;2610;p94" descr=" "/>
          <p:cNvPicPr preferRelativeResize="0"/>
          <p:nvPr/>
        </p:nvPicPr>
        <p:blipFill rotWithShape="1">
          <a:blip r:embed="rId1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92944" y="2865945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11" name="Google Shape;2611;p94"/>
          <p:cNvSpPr/>
          <p:nvPr/>
        </p:nvSpPr>
        <p:spPr>
          <a:xfrm>
            <a:off x="2834339" y="3568155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2" name="Google Shape;2612;p94" descr=" "/>
          <p:cNvPicPr preferRelativeResize="0"/>
          <p:nvPr/>
        </p:nvPicPr>
        <p:blipFill rotWithShape="1">
          <a:blip r:embed="rId1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34339" y="3568155"/>
            <a:ext cx="211339" cy="21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3" name="Google Shape;2613;p94" descr=" "/>
          <p:cNvPicPr preferRelativeResize="0"/>
          <p:nvPr/>
        </p:nvPicPr>
        <p:blipFill rotWithShape="1">
          <a:blip r:embed="rId1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0077" y="3899747"/>
            <a:ext cx="211448" cy="2113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94"/>
          <p:cNvSpPr/>
          <p:nvPr/>
        </p:nvSpPr>
        <p:spPr>
          <a:xfrm>
            <a:off x="3094449" y="3763215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5" name="Google Shape;2615;p94" descr=" "/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4449" y="3763215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16" name="Google Shape;2616;p94"/>
          <p:cNvSpPr/>
          <p:nvPr/>
        </p:nvSpPr>
        <p:spPr>
          <a:xfrm>
            <a:off x="2502698" y="2557093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7" name="Google Shape;2617;p94" descr=" "/>
          <p:cNvPicPr preferRelativeResize="0"/>
          <p:nvPr/>
        </p:nvPicPr>
        <p:blipFill rotWithShape="1">
          <a:blip r:embed="rId2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02698" y="2557092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18" name="Google Shape;2618;p94"/>
          <p:cNvSpPr/>
          <p:nvPr/>
        </p:nvSpPr>
        <p:spPr>
          <a:xfrm>
            <a:off x="3839015" y="1429011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9" name="Google Shape;2619;p94"/>
          <p:cNvSpPr/>
          <p:nvPr/>
        </p:nvSpPr>
        <p:spPr>
          <a:xfrm>
            <a:off x="3839015" y="1429011"/>
            <a:ext cx="211339" cy="211313"/>
          </a:xfrm>
          <a:prstGeom prst="rect">
            <a:avLst/>
          </a:prstGeom>
          <a:solidFill>
            <a:srgbClr val="D9D9D9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0" name="Google Shape;2620;p94" descr=" "/>
          <p:cNvPicPr preferRelativeResize="0"/>
          <p:nvPr/>
        </p:nvPicPr>
        <p:blipFill rotWithShape="1">
          <a:blip r:embed="rId2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27355" y="1423179"/>
            <a:ext cx="234659" cy="23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621" name="Google Shape;2621;p94"/>
          <p:cNvSpPr/>
          <p:nvPr/>
        </p:nvSpPr>
        <p:spPr>
          <a:xfrm>
            <a:off x="3491117" y="1458270"/>
            <a:ext cx="211327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2" name="Google Shape;2622;p94" descr=" "/>
          <p:cNvPicPr preferRelativeResize="0"/>
          <p:nvPr/>
        </p:nvPicPr>
        <p:blipFill rotWithShape="1">
          <a:blip r:embed="rId2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85286" y="1458270"/>
            <a:ext cx="222989" cy="22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3" name="Google Shape;2623;p94" descr=" "/>
          <p:cNvPicPr preferRelativeResize="0"/>
          <p:nvPr/>
        </p:nvPicPr>
        <p:blipFill rotWithShape="1">
          <a:blip r:embed="rId2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6274" y="1483419"/>
            <a:ext cx="161012" cy="16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94"/>
          <p:cNvSpPr/>
          <p:nvPr/>
        </p:nvSpPr>
        <p:spPr>
          <a:xfrm>
            <a:off x="4160899" y="1503787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5" name="Google Shape;2625;p94" descr=" "/>
          <p:cNvPicPr preferRelativeResize="0"/>
          <p:nvPr/>
        </p:nvPicPr>
        <p:blipFill rotWithShape="1">
          <a:blip r:embed="rId2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9036" y="1503787"/>
            <a:ext cx="255065" cy="25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6" name="Google Shape;2626;p94" descr=" "/>
          <p:cNvPicPr preferRelativeResize="0"/>
          <p:nvPr/>
        </p:nvPicPr>
        <p:blipFill rotWithShape="1">
          <a:blip r:embed="rId2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4421" y="1564994"/>
            <a:ext cx="144294" cy="8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7" name="Google Shape;2627;p94"/>
          <p:cNvSpPr/>
          <p:nvPr/>
        </p:nvSpPr>
        <p:spPr>
          <a:xfrm>
            <a:off x="5003114" y="2740602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8" name="Google Shape;2628;p94" descr=" "/>
          <p:cNvPicPr preferRelativeResize="0"/>
          <p:nvPr/>
        </p:nvPicPr>
        <p:blipFill rotWithShape="1">
          <a:blip r:embed="rId2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3114" y="2740601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9" name="Google Shape;2629;p94" descr=" "/>
          <p:cNvPicPr preferRelativeResize="0"/>
          <p:nvPr/>
        </p:nvPicPr>
        <p:blipFill rotWithShape="1">
          <a:blip r:embed="rId2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6636" y="2801808"/>
            <a:ext cx="144294" cy="8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0" name="Google Shape;2630;p94" descr=" "/>
          <p:cNvPicPr preferRelativeResize="0"/>
          <p:nvPr/>
        </p:nvPicPr>
        <p:blipFill rotWithShape="1">
          <a:blip r:embed="rId2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2524" y="2642871"/>
            <a:ext cx="457606" cy="45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1" name="Google Shape;2631;p94" descr=" "/>
          <p:cNvPicPr preferRelativeResize="0"/>
          <p:nvPr/>
        </p:nvPicPr>
        <p:blipFill rotWithShape="1">
          <a:blip r:embed="rId2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2524" y="2642871"/>
            <a:ext cx="457606" cy="453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94" descr=" "/>
          <p:cNvPicPr preferRelativeResize="0"/>
          <p:nvPr/>
        </p:nvPicPr>
        <p:blipFill rotWithShape="1">
          <a:blip r:embed="rId3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5110" y="2774111"/>
            <a:ext cx="312435" cy="19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633" name="Google Shape;2633;p94"/>
          <p:cNvSpPr/>
          <p:nvPr/>
        </p:nvSpPr>
        <p:spPr>
          <a:xfrm>
            <a:off x="2883110" y="1770359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4" name="Google Shape;2634;p94" descr=" "/>
          <p:cNvPicPr preferRelativeResize="0"/>
          <p:nvPr/>
        </p:nvPicPr>
        <p:blipFill rotWithShape="1">
          <a:blip r:embed="rId3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83109" y="1770359"/>
            <a:ext cx="211243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5" name="Google Shape;2635;p94" descr=" "/>
          <p:cNvPicPr preferRelativeResize="0"/>
          <p:nvPr/>
        </p:nvPicPr>
        <p:blipFill rotWithShape="1">
          <a:blip r:embed="rId3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83109" y="1812611"/>
            <a:ext cx="211339" cy="16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6" name="Google Shape;2636;p94" descr=" "/>
          <p:cNvPicPr preferRelativeResize="0"/>
          <p:nvPr/>
        </p:nvPicPr>
        <p:blipFill rotWithShape="1">
          <a:blip r:embed="rId3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6897" y="1868620"/>
            <a:ext cx="19021" cy="57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7" name="Google Shape;2637;p94" descr=" "/>
          <p:cNvPicPr preferRelativeResize="0"/>
          <p:nvPr/>
        </p:nvPicPr>
        <p:blipFill rotWithShape="1">
          <a:blip r:embed="rId3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3088" y="1844317"/>
            <a:ext cx="19021" cy="10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8" name="Google Shape;2638;p94" descr=" "/>
          <p:cNvPicPr preferRelativeResize="0"/>
          <p:nvPr/>
        </p:nvPicPr>
        <p:blipFill rotWithShape="1">
          <a:blip r:embed="rId3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79280" y="1868620"/>
            <a:ext cx="19021" cy="57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9" name="Google Shape;2639;p94" descr=" "/>
          <p:cNvPicPr preferRelativeResize="0"/>
          <p:nvPr/>
        </p:nvPicPr>
        <p:blipFill rotWithShape="1">
          <a:blip r:embed="rId3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45444" y="1882356"/>
            <a:ext cx="19021" cy="29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0" name="Google Shape;2640;p94" descr=" "/>
          <p:cNvPicPr preferRelativeResize="0"/>
          <p:nvPr/>
        </p:nvPicPr>
        <p:blipFill rotWithShape="1">
          <a:blip r:embed="rId3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1635" y="1882356"/>
            <a:ext cx="19021" cy="29585"/>
          </a:xfrm>
          <a:prstGeom prst="rect">
            <a:avLst/>
          </a:prstGeom>
          <a:noFill/>
          <a:ln>
            <a:noFill/>
          </a:ln>
        </p:spPr>
      </p:pic>
      <p:sp>
        <p:nvSpPr>
          <p:cNvPr id="2641" name="Google Shape;2641;p94"/>
          <p:cNvSpPr/>
          <p:nvPr/>
        </p:nvSpPr>
        <p:spPr>
          <a:xfrm>
            <a:off x="3169230" y="1575299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2" name="Google Shape;2642;p94" descr=" "/>
          <p:cNvPicPr preferRelativeResize="0"/>
          <p:nvPr/>
        </p:nvPicPr>
        <p:blipFill rotWithShape="1">
          <a:blip r:embed="rId3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9231" y="1575299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3" name="Google Shape;2643;p94" descr=" "/>
          <p:cNvPicPr preferRelativeResize="0"/>
          <p:nvPr/>
        </p:nvPicPr>
        <p:blipFill rotWithShape="1">
          <a:blip r:embed="rId3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9231" y="1575299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44" name="Google Shape;2644;p94"/>
          <p:cNvSpPr/>
          <p:nvPr/>
        </p:nvSpPr>
        <p:spPr>
          <a:xfrm>
            <a:off x="2671769" y="2069456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5" name="Google Shape;2645;p94" descr=" "/>
          <p:cNvPicPr preferRelativeResize="0"/>
          <p:nvPr/>
        </p:nvPicPr>
        <p:blipFill rotWithShape="1">
          <a:blip r:embed="rId3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1769" y="2069455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6" name="Google Shape;2646;p94" descr=" "/>
          <p:cNvPicPr preferRelativeResize="0"/>
          <p:nvPr/>
        </p:nvPicPr>
        <p:blipFill rotWithShape="1">
          <a:blip r:embed="rId3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3064" y="2088549"/>
            <a:ext cx="196254" cy="192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7" name="Google Shape;2647;p94" descr=" "/>
          <p:cNvPicPr preferRelativeResize="0"/>
          <p:nvPr/>
        </p:nvPicPr>
        <p:blipFill rotWithShape="1">
          <a:blip r:embed="rId4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5873" y="2111717"/>
            <a:ext cx="102290" cy="143061"/>
          </a:xfrm>
          <a:prstGeom prst="rect">
            <a:avLst/>
          </a:prstGeom>
          <a:noFill/>
          <a:ln>
            <a:noFill/>
          </a:ln>
        </p:spPr>
      </p:pic>
      <p:sp>
        <p:nvSpPr>
          <p:cNvPr id="2648" name="Google Shape;2648;p94"/>
          <p:cNvSpPr/>
          <p:nvPr/>
        </p:nvSpPr>
        <p:spPr>
          <a:xfrm>
            <a:off x="2728410" y="3442467"/>
            <a:ext cx="97741" cy="97729"/>
          </a:xfrm>
          <a:prstGeom prst="roundRect">
            <a:avLst>
              <a:gd name="adj" fmla="val 45607"/>
            </a:avLst>
          </a:prstGeom>
          <a:solidFill>
            <a:srgbClr val="0187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9" name="Google Shape;2649;p94"/>
          <p:cNvSpPr/>
          <p:nvPr/>
        </p:nvSpPr>
        <p:spPr>
          <a:xfrm>
            <a:off x="2617341" y="2363009"/>
            <a:ext cx="97741" cy="97729"/>
          </a:xfrm>
          <a:prstGeom prst="roundRect">
            <a:avLst>
              <a:gd name="adj" fmla="val 45607"/>
            </a:avLst>
          </a:prstGeom>
          <a:solidFill>
            <a:srgbClr val="00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0" name="Google Shape;2650;p94"/>
          <p:cNvSpPr/>
          <p:nvPr/>
        </p:nvSpPr>
        <p:spPr>
          <a:xfrm>
            <a:off x="2883908" y="2820558"/>
            <a:ext cx="601116" cy="15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Образование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94"/>
          <p:cNvSpPr/>
          <p:nvPr/>
        </p:nvSpPr>
        <p:spPr>
          <a:xfrm>
            <a:off x="3408156" y="3464677"/>
            <a:ext cx="1063076" cy="28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Экосистемные сервисы  и прочие направления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94"/>
          <p:cNvSpPr/>
          <p:nvPr/>
        </p:nvSpPr>
        <p:spPr>
          <a:xfrm>
            <a:off x="4238603" y="2766987"/>
            <a:ext cx="543966" cy="28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Технологии для бизнеса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p94"/>
          <p:cNvSpPr/>
          <p:nvPr/>
        </p:nvSpPr>
        <p:spPr>
          <a:xfrm>
            <a:off x="3408155" y="2060936"/>
            <a:ext cx="1053551" cy="28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Социальные платформы и медиаконтент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94"/>
          <p:cNvSpPr/>
          <p:nvPr/>
        </p:nvSpPr>
        <p:spPr>
          <a:xfrm>
            <a:off x="6886540" y="3633649"/>
            <a:ext cx="116177" cy="22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*</a:t>
            </a:r>
            <a:endParaRPr sz="11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94"/>
          <p:cNvSpPr/>
          <p:nvPr/>
        </p:nvSpPr>
        <p:spPr>
          <a:xfrm>
            <a:off x="6038819" y="1643183"/>
            <a:ext cx="2586024" cy="259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6" name="Google Shape;2656;p94"/>
          <p:cNvSpPr/>
          <p:nvPr/>
        </p:nvSpPr>
        <p:spPr>
          <a:xfrm>
            <a:off x="6038819" y="1643183"/>
            <a:ext cx="1581142" cy="628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7" name="Google Shape;2657;p94"/>
          <p:cNvSpPr/>
          <p:nvPr/>
        </p:nvSpPr>
        <p:spPr>
          <a:xfrm>
            <a:off x="6038819" y="1643184"/>
            <a:ext cx="1327143" cy="4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Технологии  и продукты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94"/>
          <p:cNvSpPr/>
          <p:nvPr/>
        </p:nvSpPr>
        <p:spPr>
          <a:xfrm>
            <a:off x="6038819" y="2119372"/>
            <a:ext cx="1619242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основные драйверы выручки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94"/>
          <p:cNvSpPr/>
          <p:nvPr/>
        </p:nvSpPr>
        <p:spPr>
          <a:xfrm>
            <a:off x="6038819" y="2747940"/>
            <a:ext cx="2028814" cy="438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94"/>
          <p:cNvSpPr/>
          <p:nvPr/>
        </p:nvSpPr>
        <p:spPr>
          <a:xfrm>
            <a:off x="6038819" y="2747940"/>
            <a:ext cx="2079614" cy="241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Корпоративное ПО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94"/>
          <p:cNvSpPr/>
          <p:nvPr/>
        </p:nvSpPr>
        <p:spPr>
          <a:xfrm>
            <a:off x="6038819" y="3033652"/>
            <a:ext cx="2066914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фокус развития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94"/>
          <p:cNvSpPr/>
          <p:nvPr/>
        </p:nvSpPr>
        <p:spPr>
          <a:xfrm>
            <a:off x="6038819" y="3662221"/>
            <a:ext cx="2636824" cy="62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Самый быстрорастущий сегмент бизнеса  в структуре VK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3" name="Google Shape;2663;p94" descr=" "/>
          <p:cNvPicPr preferRelativeResize="0"/>
          <p:nvPr/>
        </p:nvPicPr>
        <p:blipFill rotWithShape="1">
          <a:blip r:embed="rId4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8819" y="876521"/>
            <a:ext cx="1227417" cy="386903"/>
          </a:xfrm>
          <a:prstGeom prst="rect">
            <a:avLst/>
          </a:prstGeom>
          <a:noFill/>
          <a:ln>
            <a:noFill/>
          </a:ln>
        </p:spPr>
      </p:pic>
      <p:sp>
        <p:nvSpPr>
          <p:cNvPr id="2664" name="Google Shape;2664;p94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5" name="Google Shape;2665;p94"/>
          <p:cNvSpPr/>
          <p:nvPr/>
        </p:nvSpPr>
        <p:spPr>
          <a:xfrm>
            <a:off x="285749" y="286048"/>
            <a:ext cx="6827802" cy="78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8" b="0" i="0" u="none" strike="noStrike" cap="non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Независимая технологическая  вертикаль группы VK</a:t>
            </a:r>
            <a:endParaRPr sz="24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1" name="Google Shape;2671;p9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749" y="862235"/>
            <a:ext cx="1997591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2" name="Google Shape;2672;p9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0829" y="1087290"/>
            <a:ext cx="1547430" cy="140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3" name="Google Shape;2673;p95" descr=" 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821" y="1112606"/>
            <a:ext cx="215235" cy="19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4" name="Google Shape;2674;p9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388" y="862235"/>
            <a:ext cx="1997590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5" name="Google Shape;2675;p95" descr=" 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3468" y="1087290"/>
            <a:ext cx="1547430" cy="206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6" name="Google Shape;2676;p9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86264" y="862235"/>
            <a:ext cx="1997590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7" name="Google Shape;2677;p95" descr=" 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1342" y="1087290"/>
            <a:ext cx="1547429" cy="206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8" name="Google Shape;2678;p95" descr=" 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47521" y="1118930"/>
            <a:ext cx="180867" cy="18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9" name="Google Shape;2679;p9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38903" y="862235"/>
            <a:ext cx="1997590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0" name="Google Shape;2680;p95" descr=" 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3986" y="1087290"/>
            <a:ext cx="1547429" cy="18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1" name="Google Shape;2681;p95" descr=" 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7547" y="1132491"/>
            <a:ext cx="226087" cy="153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2" name="Google Shape;2682;p95" descr=" 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86264" y="4362217"/>
            <a:ext cx="4148316" cy="49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95"/>
          <p:cNvSpPr/>
          <p:nvPr/>
        </p:nvSpPr>
        <p:spPr>
          <a:xfrm>
            <a:off x="4727701" y="4481134"/>
            <a:ext cx="257158" cy="257126"/>
          </a:xfrm>
          <a:prstGeom prst="roundRect">
            <a:avLst>
              <a:gd name="adj" fmla="val 32002"/>
            </a:avLst>
          </a:prstGeom>
          <a:solidFill>
            <a:srgbClr val="005E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4" name="Google Shape;2684;p95" descr=" 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6938" y="4550358"/>
            <a:ext cx="118690" cy="1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95" descr=" 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9240" y="4554599"/>
            <a:ext cx="94115" cy="10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6" name="Google Shape;2686;p95" descr=" "/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17555" y="4555873"/>
            <a:ext cx="3464859" cy="118284"/>
          </a:xfrm>
          <a:prstGeom prst="rect">
            <a:avLst/>
          </a:prstGeom>
          <a:noFill/>
          <a:ln>
            <a:noFill/>
          </a:ln>
        </p:spPr>
      </p:pic>
      <p:sp>
        <p:nvSpPr>
          <p:cNvPr id="2687" name="Google Shape;2687;p95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Продуктовый портфель VK Tech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1856</Words>
  <Application>Microsoft Office PowerPoint</Application>
  <PresentationFormat>Экран (16:9)</PresentationFormat>
  <Paragraphs>813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Consolas</vt:lpstr>
      <vt:lpstr>Calibri</vt:lpstr>
      <vt:lpstr>Arial</vt:lpstr>
      <vt:lpstr>Play</vt:lpstr>
      <vt:lpstr>VK Tech</vt:lpstr>
      <vt:lpstr>VK Tech</vt:lpstr>
      <vt:lpstr>VK Tech</vt:lpstr>
      <vt:lpstr>VK Tech</vt:lpstr>
      <vt:lpstr>Редактируемый слайд-разделитель</vt:lpstr>
      <vt:lpstr>Спасибо за внимание!</vt:lpstr>
      <vt:lpstr>Спасибо за внимание!</vt:lpstr>
      <vt:lpstr>Спасибо за внимание!</vt:lpstr>
      <vt:lpstr>Заголовок</vt:lpstr>
      <vt:lpstr>Заголовок</vt:lpstr>
      <vt:lpstr>Заголовок</vt:lpstr>
      <vt:lpstr>Слайд-визитка</vt:lpstr>
      <vt:lpstr>Имя Фамилия</vt:lpstr>
      <vt:lpstr>Слайд-визитка команды</vt:lpstr>
      <vt:lpstr>Слайд-визитка команды</vt:lpstr>
      <vt:lpstr>Заголовок в две или в одну строчку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 в одну или две строчки</vt:lpstr>
      <vt:lpstr>Презентация PowerPoint</vt:lpstr>
      <vt:lpstr>Заголовок в две или в одну строчку</vt:lpstr>
      <vt:lpstr>Заголовок в одну строчку</vt:lpstr>
      <vt:lpstr>Заголовок в две или одну строчку</vt:lpstr>
      <vt:lpstr>Заголовок в одну или две строчки </vt:lpstr>
      <vt:lpstr>Заголовок в две строки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</vt:lpstr>
      <vt:lpstr>Заголовок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или в две строчки</vt:lpstr>
      <vt:lpstr>Заголовок в одну или в две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строчку</vt:lpstr>
      <vt:lpstr>Заголовок в две или в одну строчку</vt:lpstr>
      <vt:lpstr>Заголовок в две или в одну строчку</vt:lpstr>
      <vt:lpstr>Презентация PowerPoint</vt:lpstr>
      <vt:lpstr>Продуктовый портфель VK Tech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Печерских</cp:lastModifiedBy>
  <cp:revision>1</cp:revision>
  <dcterms:modified xsi:type="dcterms:W3CDTF">2026-09-22T19:22:42Z</dcterms:modified>
</cp:coreProperties>
</file>