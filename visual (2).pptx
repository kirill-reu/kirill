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</p:sldMasterIdLst>
  <p:notesMasterIdLst>
    <p:notesMasterId r:id="rId5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Play" panose="020B0604020202020204" charset="0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57" Type="http://schemas.openxmlformats.org/officeDocument/2006/relationships/notesMaster" Target="notesMasters/notes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font" Target="fonts/font6.fntdata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Запускаем новую фичу автогенерации презентаций для внутренних команд.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Сервис разбирает шаблон и собирает три варианта колоды на основе брифа.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Закрывающий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14" name="Google Shape;14;p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19" name="Google Shape;19;p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" name="Google Shape;27;p3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3" name="Google Shape;33;p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36" name="Google Shape;36;p3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3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лайд &quot;Спасибо!&quot;">
  <p:cSld name="1_Слайд &quot;Спасибо!&quot;">
    <p:bg>
      <p:bgPr>
        <a:solidFill>
          <a:schemeClr val="dk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45" name="Google Shape;45;p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0" name="Google Shape;50;p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52" name="Google Shape;52;p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азделитель">
  <p:cSld name="1_Разделитель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8" name="Google Shape;58;p6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sz="2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4" name="Google Shape;64;p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лайд &quot;Спасибо!&quot;">
  <p:cSld name="4_Слайд &quot;Спасибо!&quot;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69" name="Google Shape;69;p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74" name="Google Shape;74;p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одержание">
  <p:cSld name="1_Содержание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0" name="Google Shape;80;p8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одержание">
  <p:cSld name="2_Содержание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9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одержание">
  <p:cSld name="3_Содержание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4" name="Google Shape;104;p1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Визитка">
  <p:cSld name="1_Визитка"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" name="Google Shape;113;p1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Визитка">
  <p:cSld name="4_Визитка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4" name="Google Shape;124;p1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вободный дизайн">
  <p:cSld name="1_Свободный дизайн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4" name="Google Shape;134;p13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" name="Google Shape;140;p1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Контент">
  <p:cSld name="1_Контент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7" name="Google Shape;147;p1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Контент">
  <p:cSld name="3_Контент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4" name="Google Shape;154;p15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5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Контент">
  <p:cSld name="5_Контент"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1" name="Google Shape;161;p1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Контент">
  <p:cSld name="7_Контент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8" name="Google Shape;168;p1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Контент">
  <p:cSld name="8_Контент"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5" name="Google Shape;175;p1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8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Контент">
  <p:cSld name="13_Контент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1" name="Google Shape;181;p1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9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7" name="Google Shape;187;p20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вободный дизайн">
  <p:cSld name="2_Свободный дизайн">
    <p:bg>
      <p:bgPr>
        <a:solidFill>
          <a:schemeClr val="dk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3" name="Google Shape;193;p21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9" name="Google Shape;199;p2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Разделитель">
  <p:cSld name="2_Разделитель">
    <p:bg>
      <p:bgPr>
        <a:solidFill>
          <a:schemeClr val="dk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4" name="Google Shape;204;p22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sz="29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22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0" name="Google Shape;210;p2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216" name="Google Shape;216;p2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221" name="Google Shape;221;p2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29" name="Google Shape;229;p2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35" name="Google Shape;235;p2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38" name="Google Shape;238;p2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лайд &quot;Спасибо!&quot;">
  <p:cSld name="1_Слайд &quot;Спасибо!&quot;">
    <p:bg>
      <p:bgPr>
        <a:solidFill>
          <a:schemeClr val="dk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47" name="Google Shape;247;p25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5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0" name="Google Shape;250;p25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1" name="Google Shape;251;p25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52" name="Google Shape;252;p2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54" name="Google Shape;254;p25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5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&quot;Спасибо!&quot;">
  <p:cSld name="2_Слайд &quot;Спасибо!&quot;">
    <p:bg>
      <p:bgPr>
        <a:solidFill>
          <a:schemeClr val="dk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63" name="Google Shape;263;p26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6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6" name="Google Shape;266;p26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7" name="Google Shape;267;p26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68" name="Google Shape;268;p2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0" name="Google Shape;270;p26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6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лайд &quot;Спасибо!&quot;">
  <p:cSld name="3_Слайд &quot;Спасибо!&quot;">
    <p:bg>
      <p:bgPr>
        <a:solidFill>
          <a:schemeClr val="dk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5" name="Google Shape;275;p2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80" name="Google Shape;280;p2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Содержание">
  <p:cSld name="5_Содержание"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6" name="Google Shape;286;p28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9" name="Google Shape;289;p2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Содержание">
  <p:cSld name="6_Содержание">
    <p:bg>
      <p:bgPr>
        <a:solidFill>
          <a:schemeClr val="dk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8" name="Google Shape;298;p29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1" name="Google Shape;301;p2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2" name="Google Shape;302;p2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3" name="Google Shape;303;p2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4" name="Google Shape;304;p2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одержание">
  <p:cSld name="4_Содержание">
    <p:bg>
      <p:bgPr>
        <a:solidFill>
          <a:schemeClr val="dk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0" name="Google Shape;310;p3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Визитка">
  <p:cSld name="3_Визитка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9" name="Google Shape;319;p3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3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3" name="Google Shape;323;p3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4" name="Google Shape;324;p3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5" name="Google Shape;325;p3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Визитка">
  <p:cSld name="2_Визитка">
    <p:bg>
      <p:bgPr>
        <a:solidFill>
          <a:schemeClr val="dk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0" name="Google Shape;330;p3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3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4" name="Google Shape;334;p3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Контент">
  <p:cSld name="2_Контент">
    <p:bg>
      <p:bgPr>
        <a:solidFill>
          <a:schemeClr val="dk1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1" name="Google Shape;341;p3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3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Контент">
  <p:cSld name="4_Контент">
    <p:bg>
      <p:bgPr>
        <a:solidFill>
          <a:schemeClr val="dk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8" name="Google Shape;348;p3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3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Контент">
  <p:cSld name="6_Контент">
    <p:bg>
      <p:bgPr>
        <a:solidFill>
          <a:schemeClr val="dk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55" name="Google Shape;355;p35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35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Контент">
  <p:cSld name="12_Контент">
    <p:bg>
      <p:bgPr>
        <a:solidFill>
          <a:schemeClr val="dk1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2" name="Google Shape;362;p3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3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Контент">
  <p:cSld name="9_Контент">
    <p:bg>
      <p:bgPr>
        <a:solidFill>
          <a:schemeClr val="dk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9" name="Google Shape;369;p3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3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Контент">
  <p:cSld name="10_Контент">
    <p:bg>
      <p:bgPr>
        <a:solidFill>
          <a:schemeClr val="dk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75" name="Google Shape;375;p3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38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Контент">
  <p:cSld name="11_Контент">
    <p:bg>
      <p:bgPr>
        <a:solidFill>
          <a:schemeClr val="lt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2" name="Google Shape;382;p3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39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Контент">
  <p:cSld name="14_Контент">
    <p:bg>
      <p:bgPr>
        <a:solidFill>
          <a:schemeClr val="dk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9" name="Google Shape;389;p4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4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FAULT">
  <p:cSld name="1_DEFAULT">
    <p:bg>
      <p:bgPr>
        <a:solidFill>
          <a:schemeClr val="dk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5" name="Google Shape;395;p41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4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Запускаем новую фичу автогенерации презентаций для внутренних команд.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Новая функциональность (фича)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Проблема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Запускаем новую фичу автогенерации презентаций для внутренних команд.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Подход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Сервис разбирает шаблон и собирает три варианта колоды на основе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Как это работает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685" y="2940812"/>
            <a:ext cx="4287837" cy="28575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</a:rPr>
              <a:t>Новая функциональность (фича): пункт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Данные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685" y="2940812"/>
            <a:ext cx="4287837" cy="28575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</a:rPr>
              <a:t>Новая функциональность (фича): пункт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Риски и ограничения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720" y="3472980"/>
            <a:ext cx="4288279" cy="28575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</a:rPr>
              <a:t>Новая функциональность (фича): пункт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Дорожная карта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685" y="2940812"/>
            <a:ext cx="4287837" cy="28575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</a:rPr>
              <a:t>Новая функциональность (фича): пункт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Новая функциональность (фича): часть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685" y="2940812"/>
            <a:ext cx="4287837" cy="28575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</a:rPr>
              <a:t>Новая функциональность (фича): пункт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Новая функциональность (фича): часть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720" y="3472980"/>
            <a:ext cx="4288279" cy="28575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</a:rPr>
              <a:t>Новая функциональность (фича): пункт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Выводы и следующие шаги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Собрать обратную связь</a:t>
            </a:r>
          </a:p>
          <a:p>
            <a:pPr/>
            <a:r>
              <a:t>Назначить ответственных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t>Обсудить план внедрения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1856</Words>
  <Application>Microsoft Office PowerPoint</Application>
  <PresentationFormat>Экран (16:9)</PresentationFormat>
  <Paragraphs>813</Paragraphs>
  <Slides>54</Slides>
  <Notes>54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54</vt:i4>
      </vt:variant>
    </vt:vector>
  </HeadingPairs>
  <TitlesOfParts>
    <vt:vector size="60" baseType="lpstr">
      <vt:lpstr>Consolas</vt:lpstr>
      <vt:lpstr>Calibri</vt:lpstr>
      <vt:lpstr>Arial</vt:lpstr>
      <vt:lpstr>Play</vt:lpstr>
      <vt:lpstr>VK Tech</vt:lpstr>
      <vt:lpstr>VK Tech</vt:lpstr>
      <vt:lpstr>VK Tech</vt:lpstr>
      <vt:lpstr>VK Tech</vt:lpstr>
      <vt:lpstr>Редактируемый слайд-разделитель</vt:lpstr>
      <vt:lpstr>Спасибо за внимание!</vt:lpstr>
      <vt:lpstr>Спасибо за внимание!</vt:lpstr>
      <vt:lpstr>Спасибо за внимание!</vt:lpstr>
      <vt:lpstr>Заголовок</vt:lpstr>
      <vt:lpstr>Заголовок</vt:lpstr>
      <vt:lpstr>Заголовок</vt:lpstr>
      <vt:lpstr>Слайд-визитка</vt:lpstr>
      <vt:lpstr>Имя Фамилия</vt:lpstr>
      <vt:lpstr>Слайд-визитка команды</vt:lpstr>
      <vt:lpstr>Слайд-визитка команды</vt:lpstr>
      <vt:lpstr>Заголовок в две или в одну строчку</vt:lpstr>
      <vt:lpstr>Заголовок в две или одну строку</vt:lpstr>
      <vt:lpstr>Заголовок в две или одну строчку</vt:lpstr>
      <vt:lpstr>Заголовок в две или одну строчку</vt:lpstr>
      <vt:lpstr>Заголовок в две или одну строчку</vt:lpstr>
      <vt:lpstr>Заголовок в одну или две строчки</vt:lpstr>
      <vt:lpstr>Презентация PowerPoint</vt:lpstr>
      <vt:lpstr>Заголовок в две или в одну строчку</vt:lpstr>
      <vt:lpstr>Заголовок в одну строчку</vt:lpstr>
      <vt:lpstr>Заголовок в две или одну строчку</vt:lpstr>
      <vt:lpstr>Заголовок в одну или две строчки </vt:lpstr>
      <vt:lpstr>Заголовок в две строки</vt:lpstr>
      <vt:lpstr>Заголовок в две или одну строку</vt:lpstr>
      <vt:lpstr>Заголовок в две или одну строчку</vt:lpstr>
      <vt:lpstr>Заголовок в две или одну строчку</vt:lpstr>
      <vt:lpstr>Заголовок в две или одну строчку</vt:lpstr>
      <vt:lpstr>Заголовок</vt:lpstr>
      <vt:lpstr>Заголовок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одну или в две строчки</vt:lpstr>
      <vt:lpstr>Заголовок в одну или в две строчки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 строчки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одну строчку</vt:lpstr>
      <vt:lpstr>Заголовок в две или в одну строчку</vt:lpstr>
      <vt:lpstr>Заголовок в две или в одну строчку</vt:lpstr>
      <vt:lpstr>Презентация PowerPoint</vt:lpstr>
      <vt:lpstr>Продуктовый портфель VK Tech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Кирилл Печерских</cp:lastModifiedBy>
  <cp:revision>1</cp:revision>
  <dcterms:modified xsi:type="dcterms:W3CDTF">2026-09-22T19:22:42Z</dcterms:modified>
</cp:coreProperties>
</file>