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</p:sldMasterIdLst>
  <p:notesMasterIdLst>
    <p:notesMasterId r:id="rId5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Play" panose="020B0604020202020204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57" Type="http://schemas.openxmlformats.org/officeDocument/2006/relationships/notesMaster" Target="notesMasters/notes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转转一生黑，说一下本人被坑的经历吧。</c:v>
                </c:pt>
                <c:pt idx="1">
                  <c:v>转转一生黑，说一下本人被坑的经历吧。 11.8号</c:v>
                </c:pt>
                <c:pt idx="2">
                  <c:v>转转一生黑，说一下本人被坑的经历吧。 11.8号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11.8</c:v>
                </c:pt>
                <c:pt idx="1">
                  <c:v>3300.0</c:v>
                </c:pt>
                <c:pt idx="2">
                  <c:v>11.11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Aug 13,</c:v>
                </c:pt>
                <c:pt idx="2">
                  <c:v>13, 2026 · grok</c:v>
                </c:pt>
                <c:pt idx="3">
                  <c:v>13, 2026 · grok4.7据说是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13.0</c:v>
                </c:pt>
                <c:pt idx="1">
                  <c:v>2026.0</c:v>
                </c:pt>
                <c:pt idx="2">
                  <c:v>4.7</c:v>
                </c:pt>
                <c:pt idx="3">
                  <c:v>2.1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Jul 23,</c:v>
                </c:pt>
                <c:pt idx="2">
                  <c:v>23, 2026 · Grok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</c:v>
                </c:pt>
                <c:pt idx="1">
                  <c:v>2026.0</c:v>
                </c:pt>
                <c:pt idx="2">
                  <c:v>4.6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Значение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知乎，中文互联网高质量的问答社区和创作者聚集的原</c:v>
                </c:pt>
                <c:pt idx="1">
                  <c:v>知乎，中文互联网高质量的问答社区和创作者聚集的原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2011.0</c:v>
                </c:pt>
                <c:pt idx="1">
                  <c:v>1.0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Новая функциональность (фича): пункт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Закрывающий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4" name="Google Shape;14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19" name="Google Shape;19;p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" name="Google Shape;27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3" name="Google Shape;33;p3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36" name="Google Shape;36;p3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3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45" name="Google Shape;45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0" name="Google Shape;50;p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52" name="Google Shape;52;p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Разделитель">
  <p:cSld name="1_Разделитель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6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4" name="Google Shape;64;p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лайд &quot;Спасибо!&quot;">
  <p:cSld name="4_Слайд &quot;Спасибо!&quot;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69" name="Google Shape;69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74" name="Google Shape;74;p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одержание">
  <p:cSld name="1_Содержание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0" name="Google Shape;80;p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одержание">
  <p:cSld name="2_Содержание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одержание">
  <p:cSld name="3_Содержание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4" name="Google Shape;104;p1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Визитка">
  <p:cSld name="1_Визитка"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" name="Google Shape;113;p1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Визитка">
  <p:cSld name="4_Визитка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4" name="Google Shape;124;p1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вободный дизайн">
  <p:cSld name="1_Свободный дизайн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4" name="Google Shape;134;p13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" name="Google Shape;140;p1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Контент">
  <p:cSld name="1_Контент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7" name="Google Shape;147;p1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Контент">
  <p:cSld name="3_Контент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4" name="Google Shape;154;p1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Контент">
  <p:cSld name="5_Контент"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" name="Google Shape;161;p1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Контент">
  <p:cSld name="7_Контент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8" name="Google Shape;168;p1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Контент">
  <p:cSld name="8_Контент"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5" name="Google Shape;175;p1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Контент">
  <p:cSld name="13_Контент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1" name="Google Shape;181;p1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" name="Google Shape;187;p20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вободный дизайн">
  <p:cSld name="2_Свободный дизайн">
    <p:bg>
      <p:bgPr>
        <a:solidFill>
          <a:schemeClr val="dk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3" name="Google Shape;193;p2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Разделитель">
  <p:cSld name="2_Разделитель">
    <p:bg>
      <p:bgPr>
        <a:solidFill>
          <a:schemeClr val="dk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p22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>
            <a:spLocks noGrp="1"/>
          </p:cNvSpPr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sz="29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body" idx="1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16" name="Google Shape;216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id="221" name="Google Shape;221;p2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dk1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29" name="Google Shape;229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2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body" idx="3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35" name="Google Shape;235;p24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38" name="Google Shape;238;p24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4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Слайд &quot;Спасибо!&quot;">
  <p:cSld name="1_Слайд &quot;Спасибо!&quot;">
    <p:bg>
      <p:bgPr>
        <a:solidFill>
          <a:schemeClr val="dk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47" name="Google Shape;247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0" name="Google Shape;250;p25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52" name="Google Shape;252;p25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54" name="Google Shape;254;p25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5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Слайд &quot;Спасибо!&quot;">
  <p:cSld name="2_Слайд &quot;Спасибо!&quot;">
    <p:bg>
      <p:bgPr>
        <a:solidFill>
          <a:schemeClr val="dk1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 descr=" 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6" descr=" 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63" name="Google Shape;263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sz="4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2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68" name="Google Shape;268;p26" descr=" 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0" name="Google Shape;270;p26" descr=" 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26" descr=" 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Слайд &quot;Спасибо!&quot;">
  <p:cSld name="3_Слайд &quot;Спасибо!&quot;">
    <p:bg>
      <p:bgPr>
        <a:solidFill>
          <a:schemeClr val="dk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75" name="Google Shape;275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1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id="280" name="Google Shape;280;p2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Содержание">
  <p:cSld name="5_Содержание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6" name="Google Shape;286;p28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>
            <a:spLocks noGrp="1"/>
          </p:cNvSpPr>
          <p:nvPr>
            <p:ph type="body" idx="1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2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3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body" idx="4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5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body" idx="6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Содержание">
  <p:cSld name="6_Содержание">
    <p:bg>
      <p:bgPr>
        <a:solidFill>
          <a:schemeClr val="dk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8" name="Google Shape;298;p29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>
            <a:spLocks noGrp="1"/>
          </p:cNvSpPr>
          <p:nvPr>
            <p:ph type="body" idx="1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1" name="Google Shape;301;p29"/>
          <p:cNvSpPr txBox="1">
            <a:spLocks noGrp="1"/>
          </p:cNvSpPr>
          <p:nvPr>
            <p:ph type="body" idx="2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3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3" name="Google Shape;303;p29"/>
          <p:cNvSpPr txBox="1">
            <a:spLocks noGrp="1"/>
          </p:cNvSpPr>
          <p:nvPr>
            <p:ph type="body" idx="4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29"/>
          <p:cNvSpPr txBox="1">
            <a:spLocks noGrp="1"/>
          </p:cNvSpPr>
          <p:nvPr>
            <p:ph type="body" idx="5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Содержание">
  <p:cSld name="4_Содержание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0" name="Google Shape;310;p3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0"/>
          <p:cNvSpPr txBox="1">
            <a:spLocks noGrp="1"/>
          </p:cNvSpPr>
          <p:nvPr>
            <p:ph type="body" idx="1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2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2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Визитка">
  <p:cSld name="3_Визитка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19" name="Google Shape;319;p3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1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"/>
          <p:cNvSpPr txBox="1">
            <a:spLocks noGrp="1"/>
          </p:cNvSpPr>
          <p:nvPr>
            <p:ph type="body" idx="1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body" idx="2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31"/>
          <p:cNvSpPr txBox="1">
            <a:spLocks noGrp="1"/>
          </p:cNvSpPr>
          <p:nvPr>
            <p:ph type="body" idx="3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Визитка">
  <p:cSld name="2_Визитка">
    <p:bg>
      <p:bgPr>
        <a:solidFill>
          <a:schemeClr val="dk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0" name="Google Shape;330;p32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32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body" idx="1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body" idx="2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Контент">
  <p:cSld name="2_Контент">
    <p:bg>
      <p:bgPr>
        <a:solidFill>
          <a:schemeClr val="dk1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1" name="Google Shape;341;p33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3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Контент">
  <p:cSld name="4_Контент">
    <p:bg>
      <p:bgPr>
        <a:solidFill>
          <a:schemeClr val="dk1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48" name="Google Shape;348;p34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4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Контент">
  <p:cSld name="6_Контент">
    <p:bg>
      <p:bgPr>
        <a:solidFill>
          <a:schemeClr val="dk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55" name="Google Shape;355;p35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5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Контент">
  <p:cSld name="12_Контент">
    <p:bg>
      <p:bgPr>
        <a:solidFill>
          <a:schemeClr val="dk1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2" name="Google Shape;362;p36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6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Контент">
  <p:cSld name="9_Контент">
    <p:bg>
      <p:bgPr>
        <a:solidFill>
          <a:schemeClr val="dk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69" name="Google Shape;369;p37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37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Контент">
  <p:cSld name="10_Контент">
    <p:bg>
      <p:bgPr>
        <a:solidFill>
          <a:schemeClr val="dk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75" name="Google Shape;375;p38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8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Контент">
  <p:cSld name="11_Контент">
    <p:bg>
      <p:bgPr>
        <a:solidFill>
          <a:schemeClr val="lt1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2" name="Google Shape;382;p39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3" name="Google Shape;383;p39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Контент">
  <p:cSld name="14_Контент">
    <p:bg>
      <p:bgPr>
        <a:solidFill>
          <a:schemeClr val="dk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9" name="Google Shape;389;p40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40" descr=" "/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>
            <a:spLocks noGrp="1"/>
          </p:cNvSpPr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sz="24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FAULT">
  <p:cSld name="1_DEFAULT">
    <p:bg>
      <p:bgPr>
        <a:solidFill>
          <a:schemeClr val="dk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5" name="Google Shape;395;p41" descr=" "/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6" name="Google Shape;396;p41" descr=" "/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Запускаем новую фичу автогенерации презентаций для внутренних команд.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Новая функциональность (фича)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Проблема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3571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【2026年】超负责任的洗发水测评推荐 【60天2W字亲测】12款热门洗发水，到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所以，我今天要教大家一些真正受用一生的东西，相信我， 只要学会了，起码在选任何洗护产品的时候，绝对不会上当，而且还能让身边人刮目相看。 好了，装逼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Which hair salon in Shenzhen is good 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 think the Fahan Hair Design Studio in Nanshixi Xili is pretty good. They don't push or o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Where are some good hair salons in Hangz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comes from a high-end hair salon brand in Shenzhen, and it created the mid-range "Qingd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波浪号（～）是什么意思，正规的用法是什么？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除了在字典中作为代替符号以外，在印刷品中很少见到这个符号。那么它应该是怎么用的呢？它的来源又是怎…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闲鱼和转转哪个比较靠谱？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转转一生黑，说一下本人被坑的经历吧。 11.8号，本人在转转平台出售了一台电脑，挂上后被人秒拍，被骗子讲价后3300包邮卖出。 11.11号，买家收到机子后，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如何评价 Grok4.6，有哪些亮点？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13, 2026 · grok4.7据说是2.1t 虽然考虑到grok和qwen一样有多次刷分黑历史，这个最终表现不能尽信。 但能冲到这个位置，再结 …</a:t>
                      </a:r>
                    </a:p>
                  </a:txBody>
                  <a:tcPr/>
                </a:tc>
              </a:tr>
              <a:tr h="35724">
                <a:tc>
                  <a:txBody>
                    <a:bodyPr/>
                    <a:lstStyle/>
                    <a:p>
                      <a:r>
                        <a:t>如何看待马斯克宣战Kimi，称Grok4.6将超越Kimi？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23, 2026 · Grok 4.6呢？ xAI一直走的是闭源商业路线。 Kimi创始人杨植麟的博士导师、卡内基梅隆大学教授Russ Salakhutdinov直 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Which hair salon in Shenzhen is good at cutting hair?-zhihu: I think the Fahan Hair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Сервис разбирает шаблон и собирает три варианта колоды на основе брифа.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Подход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4139"/>
                <a:gridCol w="2144140"/>
              </a:tblGrid>
              <a:tr h="3571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【2026年】超负责任的洗发水测评推荐 【60天2W字亲测】12款热门洗发水，到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所以，我今天要教大家一些真正受用一生的东西，相信我， 只要学会了，起码在选任何洗护产品的时候，绝对不会上当，而且还能让身边人刮目相看。 好了，装逼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Which hair salon in Shenzhen is good 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 think the Fahan Hair Design Studio in Nanshixi Xili is pretty good. They don't push or o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Where are some good hair salons in Hangz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comes from a high-end hair salon brand in Shenzhen, and it created the mid-range "Qingd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波浪号（～）是什么意思，正规的用法是什么？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除了在字典中作为代替符号以外，在印刷品中很少见到这个符号。那么它应该是怎么用的呢？它的来源又是怎…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闲鱼和转转哪个比较靠谱？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转转一生黑，说一下本人被坑的经历吧。 11.8号，本人在转转平台出售了一台电脑，挂上后被人秒拍，被骗子讲价后3300包邮卖出。 11.11号，买家收到机子后，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如何评价 Grok4.6，有哪些亮点？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13, 2026 · grok4.7据说是2.1t 虽然考虑到grok和qwen一样有多次刷分黑历史，这个最终表现不能尽信。 但能冲到这个位置，再结 …</a:t>
                      </a:r>
                    </a:p>
                  </a:txBody>
                  <a:tcPr/>
                </a:tc>
              </a:tr>
              <a:tr h="35724">
                <a:tc>
                  <a:txBody>
                    <a:bodyPr/>
                    <a:lstStyle/>
                    <a:p>
                      <a:r>
                        <a:t>如何看待马斯克宣战Kimi，称Grok4.6将超越Kimi？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23, 2026 · Grok 4.6呢？ xAI一直走的是闭源商业路线。 Kimi创始人杨植麟的博士导师、卡内基梅隆大学教授Russ Salakhutdinov直 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Как это работает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3571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【2026年】超负责任的洗发水测评推荐 【60天2W字亲测】12款热门洗发水，到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所以，我今天要教大家一些真正受用一生的东西，相信我， 只要学会了，起码在选任何洗护产品的时候，绝对不会上当，而且还能让身边人刮目相看。 好了，装逼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Which hair salon in Shenzhen is good 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 think the Fahan Hair Design Studio in Nanshixi Xili is pretty good. They don't push or o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Where are some good hair salons in Hangz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comes from a high-end hair salon brand in Shenzhen, and it created the mid-range "Qingd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波浪号（～）是什么意思，正规的用法是什么？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除了在字典中作为代替符号以外，在印刷品中很少见到这个符号。那么它应该是怎么用的呢？它的来源又是怎…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闲鱼和转转哪个比较靠谱？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转转一生黑，说一下本人被坑的经历吧。 11.8号，本人在转转平台出售了一台电脑，挂上后被人秒拍，被骗子讲价后3300包邮卖出。 11.11号，买家收到机子后，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如何评价 Grok4.6，有哪些亮点？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13, 2026 · grok4.7据说是2.1t 虽然考虑到grok和qwen一样有多次刷分黑历史，这个最终表现不能尽信。 但能冲到这个位置，再结 …</a:t>
                      </a:r>
                    </a:p>
                  </a:txBody>
                  <a:tcPr/>
                </a:tc>
              </a:tr>
              <a:tr h="35724">
                <a:tc>
                  <a:txBody>
                    <a:bodyPr/>
                    <a:lstStyle/>
                    <a:p>
                      <a:r>
                        <a:t>如何看待马斯克宣战Kimi，称Grok4.6将超越Kimi？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23, 2026 · Grok 4.6呢？ xAI一直走的是闭源商业路线。 Kimi创始人杨植麟的博士导师、卡内基梅隆大学教授Russ Salakhutdinov直 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Данные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918"/>
                <a:gridCol w="2143919"/>
              </a:tblGrid>
              <a:tr h="35718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Факт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【2026年】超负责任的洗发水测评推荐 【60天2W字亲测】12款热门洗发水，到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所以，我今天要教大家一些真正受用一生的东西，相信我， 只要学会了，起码在选任何洗护产品的时候，绝对不会上当，而且还能让身边人刮目相看。 好了，装逼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Which hair salon in Shenzhen is good 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 think the Fahan Hair Design Studio in Nanshixi Xili is pretty good. They don't push or o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Where are some good hair salons in Hangz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 comes from a high-end hair salon brand in Shenzhen, and it created the mid-range "Qingd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波浪号（～）是什么意思，正规的用法是什么？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除了在字典中作为代替符号以外，在印刷品中很少见到这个符号。那么它应该是怎么用的呢？它的来源又是怎…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闲鱼和转转哪个比较靠谱？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转转一生黑，说一下本人被坑的经历吧。 11.8号，本人在转转平台出售了一台电脑，挂上后被人秒拍，被骗子讲价后3300包邮卖出。 11.11号，买家收到机子后， …</a:t>
                      </a:r>
                    </a:p>
                  </a:txBody>
                  <a:tcPr/>
                </a:tc>
              </a:tr>
              <a:tr h="35718">
                <a:tc>
                  <a:txBody>
                    <a:bodyPr/>
                    <a:lstStyle/>
                    <a:p>
                      <a:r>
                        <a:t>如何评价 Grok4.6，有哪些亮点？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13, 2026 · grok4.7据说是2.1t 虽然考虑到grok和qwen一样有多次刷分黑历史，这个最终表现不能尽信。 但能冲到这个位置，再结 …</a:t>
                      </a:r>
                    </a:p>
                  </a:txBody>
                  <a:tcPr/>
                </a:tc>
              </a:tr>
              <a:tr h="35724">
                <a:tc>
                  <a:txBody>
                    <a:bodyPr/>
                    <a:lstStyle/>
                    <a:p>
                      <a:r>
                        <a:t>如何看待马斯克宣战Kimi，称Grok4.6将超越Kimi？ - 知乎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23, 2026 · Grok 4.6呢？ xAI一直走的是闭源商业路线。 Kimi创始人杨植麟的博士导师、卡内基梅隆大学教授Russ Salakhutdinov直 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闲鱼和转转哪个比较靠谱？ - 知乎: 转转一生黑，说一下本人被坑的经历吧。 11.8号，本人在转转平台出售了一台电脑，挂上后被人秒拍，被骗子讲价后3300包邮卖出。 11.11号，买家收到机子后， …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Риски и ограничения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Дорожная карта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10685" y="2940812"/>
          <a:ext cx="4287837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你似乎来到了没有知识存在的荒原 - 知乎: 知乎，中文互联网高质量的问答社区和创作者聚集的原创内容平台，于 2011 年 1 月正式上线，以「让人们更好的分享知识、经验和见 …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pPr/>
            <a:r>
              <a:t>Новая функциональность (фича): пункт 8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Новая функциональность (фича): часть 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83720" y="3472980"/>
          <a:ext cx="4288279" cy="28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Выводы и следующие шаги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t>Собрать обратную связь</a:t>
            </a:r>
          </a:p>
          <a:p>
            <a:pPr/>
            <a:r>
              <a:t>Назначить ответственных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/>
            <a:r>
              <a:t>Обсудить план внедрения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1856</Words>
  <Application>Microsoft Office PowerPoint</Application>
  <PresentationFormat>Экран (16:9)</PresentationFormat>
  <Paragraphs>813</Paragraphs>
  <Slides>54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54</vt:i4>
      </vt:variant>
    </vt:vector>
  </HeadingPairs>
  <TitlesOfParts>
    <vt:vector size="60" baseType="lpstr">
      <vt:lpstr>Consolas</vt:lpstr>
      <vt:lpstr>Calibri</vt:lpstr>
      <vt:lpstr>Arial</vt:lpstr>
      <vt:lpstr>Play</vt:lpstr>
      <vt:lpstr>VK Tech</vt:lpstr>
      <vt:lpstr>VK Tech</vt:lpstr>
      <vt:lpstr>VK Tech</vt:lpstr>
      <vt:lpstr>VK Tech</vt:lpstr>
      <vt:lpstr>Редактируемый слайд-разделитель</vt:lpstr>
      <vt:lpstr>Спасибо за внимание!</vt:lpstr>
      <vt:lpstr>Спасибо за внимание!</vt:lpstr>
      <vt:lpstr>Спасибо за внимание!</vt:lpstr>
      <vt:lpstr>Заголовок</vt:lpstr>
      <vt:lpstr>Заголовок</vt:lpstr>
      <vt:lpstr>Заголовок</vt:lpstr>
      <vt:lpstr>Слайд-визитка</vt:lpstr>
      <vt:lpstr>Имя Фамилия</vt:lpstr>
      <vt:lpstr>Слайд-визитка команды</vt:lpstr>
      <vt:lpstr>Слайд-визитка команды</vt:lpstr>
      <vt:lpstr>Заголовок в две или в одну строчку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 в одну или две строчки</vt:lpstr>
      <vt:lpstr>Презентация PowerPoint</vt:lpstr>
      <vt:lpstr>Заголовок в две или в одну строчку</vt:lpstr>
      <vt:lpstr>Заголовок в одну строчку</vt:lpstr>
      <vt:lpstr>Заголовок в две или одну строчку</vt:lpstr>
      <vt:lpstr>Заголовок в одну или две строчки </vt:lpstr>
      <vt:lpstr>Заголовок в две строки</vt:lpstr>
      <vt:lpstr>Заголовок в две или одну строку</vt:lpstr>
      <vt:lpstr>Заголовок в две или одну строчку</vt:lpstr>
      <vt:lpstr>Заголовок в две или одну строчку</vt:lpstr>
      <vt:lpstr>Заголовок в две или одну строчку</vt:lpstr>
      <vt:lpstr>Заголовок</vt:lpstr>
      <vt:lpstr>Заголовок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или в две строчки</vt:lpstr>
      <vt:lpstr>Заголовок в одну или в две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 строчки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две или в одну строчку</vt:lpstr>
      <vt:lpstr>Заголовок в одну строчку</vt:lpstr>
      <vt:lpstr>Заголовок в две или в одну строчку</vt:lpstr>
      <vt:lpstr>Заголовок в две или в одну строчку</vt:lpstr>
      <vt:lpstr>Презентация PowerPoint</vt:lpstr>
      <vt:lpstr>Продуктовый портфель VK 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Кирилл Печерских</cp:lastModifiedBy>
  <cp:revision>1</cp:revision>
  <dcterms:modified xsi:type="dcterms:W3CDTF">2026-09-22T19:22:42Z</dcterms:modified>
</cp:coreProperties>
</file>